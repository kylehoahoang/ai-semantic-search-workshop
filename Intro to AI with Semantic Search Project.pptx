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834AB-D9A7-41EE-9300-CA009A14E2B5}" v="133" dt="2026-03-09T17:50:58.056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5" autoAdjust="0"/>
  </p:normalViewPr>
  <p:slideViewPr>
    <p:cSldViewPr snapToGrid="0" showGuides="1">
      <p:cViewPr varScale="1">
        <p:scale>
          <a:sx n="64" d="100"/>
          <a:sy n="64" d="100"/>
        </p:scale>
        <p:origin x="120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Kyle" userId="9960ef30-44d1-49a1-a833-d0fcaf23b950" providerId="ADAL" clId="{8D6C57DB-61D0-4CA8-BB0A-C5AE2A958200}"/>
    <pc:docChg chg="undo redo custSel addSld delSld modSld">
      <pc:chgData name="Hoang, Kyle" userId="9960ef30-44d1-49a1-a833-d0fcaf23b950" providerId="ADAL" clId="{8D6C57DB-61D0-4CA8-BB0A-C5AE2A958200}" dt="2026-03-09T17:50:58.056" v="6650" actId="1076"/>
      <pc:docMkLst>
        <pc:docMk/>
      </pc:docMkLst>
      <pc:sldChg chg="modSp mod">
        <pc:chgData name="Hoang, Kyle" userId="9960ef30-44d1-49a1-a833-d0fcaf23b950" providerId="ADAL" clId="{8D6C57DB-61D0-4CA8-BB0A-C5AE2A958200}" dt="2026-03-09T16:53:35.470" v="6502" actId="20577"/>
        <pc:sldMkLst>
          <pc:docMk/>
          <pc:sldMk cId="3384808682" sldId="256"/>
        </pc:sldMkLst>
        <pc:spChg chg="mod">
          <ac:chgData name="Hoang, Kyle" userId="9960ef30-44d1-49a1-a833-d0fcaf23b950" providerId="ADAL" clId="{8D6C57DB-61D0-4CA8-BB0A-C5AE2A958200}" dt="2026-03-09T16:53:35.470" v="6502" actId="20577"/>
          <ac:spMkLst>
            <pc:docMk/>
            <pc:sldMk cId="3384808682" sldId="256"/>
            <ac:spMk id="3" creationId="{86952F8D-0990-E11E-94C6-895E492C829F}"/>
          </ac:spMkLst>
        </pc:spChg>
        <pc:spChg chg="mod">
          <ac:chgData name="Hoang, Kyle" userId="9960ef30-44d1-49a1-a833-d0fcaf23b950" providerId="ADAL" clId="{8D6C57DB-61D0-4CA8-BB0A-C5AE2A958200}" dt="2026-03-09T14:57:34.612" v="5682" actId="20577"/>
          <ac:spMkLst>
            <pc:docMk/>
            <pc:sldMk cId="3384808682" sldId="256"/>
            <ac:spMk id="5" creationId="{3E9B5D9B-FE56-FA53-CDAA-D484604C4D21}"/>
          </ac:spMkLst>
        </pc:spChg>
      </pc:sldChg>
      <pc:sldChg chg="addSp delSp modSp mod modTransition modClrScheme chgLayout">
        <pc:chgData name="Hoang, Kyle" userId="9960ef30-44d1-49a1-a833-d0fcaf23b950" providerId="ADAL" clId="{8D6C57DB-61D0-4CA8-BB0A-C5AE2A958200}" dt="2026-03-09T17:41:54.217" v="6639"/>
        <pc:sldMkLst>
          <pc:docMk/>
          <pc:sldMk cId="4284573865" sldId="257"/>
        </pc:sldMkLst>
        <pc:spChg chg="mod ord">
          <ac:chgData name="Hoang, Kyle" userId="9960ef30-44d1-49a1-a833-d0fcaf23b950" providerId="ADAL" clId="{8D6C57DB-61D0-4CA8-BB0A-C5AE2A958200}" dt="2026-03-09T14:55:31.191" v="5609" actId="700"/>
          <ac:spMkLst>
            <pc:docMk/>
            <pc:sldMk cId="4284573865" sldId="257"/>
            <ac:spMk id="2" creationId="{6130D84B-9554-6A98-89D9-73B3115E3953}"/>
          </ac:spMkLst>
        </pc:spChg>
        <pc:spChg chg="mod ord">
          <ac:chgData name="Hoang, Kyle" userId="9960ef30-44d1-49a1-a833-d0fcaf23b950" providerId="ADAL" clId="{8D6C57DB-61D0-4CA8-BB0A-C5AE2A958200}" dt="2026-03-09T14:55:31.191" v="5609" actId="700"/>
          <ac:spMkLst>
            <pc:docMk/>
            <pc:sldMk cId="4284573865" sldId="257"/>
            <ac:spMk id="3" creationId="{62F63544-6609-4EEB-AB91-311994052A23}"/>
          </ac:spMkLst>
        </pc:spChg>
        <pc:spChg chg="mod ord">
          <ac:chgData name="Hoang, Kyle" userId="9960ef30-44d1-49a1-a833-d0fcaf23b950" providerId="ADAL" clId="{8D6C57DB-61D0-4CA8-BB0A-C5AE2A958200}" dt="2026-03-09T14:56:51.319" v="5654" actId="114"/>
          <ac:spMkLst>
            <pc:docMk/>
            <pc:sldMk cId="4284573865" sldId="257"/>
            <ac:spMk id="4" creationId="{733737CA-9F1C-2940-A500-0C75FDEF22BD}"/>
          </ac:spMkLst>
        </pc:spChg>
        <pc:spChg chg="del mod ord">
          <ac:chgData name="Hoang, Kyle" userId="9960ef30-44d1-49a1-a833-d0fcaf23b950" providerId="ADAL" clId="{8D6C57DB-61D0-4CA8-BB0A-C5AE2A958200}" dt="2026-03-09T14:55:31.191" v="5609" actId="700"/>
          <ac:spMkLst>
            <pc:docMk/>
            <pc:sldMk cId="4284573865" sldId="257"/>
            <ac:spMk id="5" creationId="{447D4D78-7755-153A-B7AD-88BD5C8321C0}"/>
          </ac:spMkLst>
        </pc:spChg>
        <pc:spChg chg="add del mod ord">
          <ac:chgData name="Hoang, Kyle" userId="9960ef30-44d1-49a1-a833-d0fcaf23b950" providerId="ADAL" clId="{8D6C57DB-61D0-4CA8-BB0A-C5AE2A958200}" dt="2026-03-09T14:55:34.242" v="5610" actId="478"/>
          <ac:spMkLst>
            <pc:docMk/>
            <pc:sldMk cId="4284573865" sldId="257"/>
            <ac:spMk id="6" creationId="{BF72B7A6-9ABF-2B46-F5EE-C80E9E6FC6E5}"/>
          </ac:spMkLst>
        </pc:spChg>
        <pc:spChg chg="add mod ord">
          <ac:chgData name="Hoang, Kyle" userId="9960ef30-44d1-49a1-a833-d0fcaf23b950" providerId="ADAL" clId="{8D6C57DB-61D0-4CA8-BB0A-C5AE2A958200}" dt="2026-03-09T14:55:31.191" v="5609" actId="700"/>
          <ac:spMkLst>
            <pc:docMk/>
            <pc:sldMk cId="4284573865" sldId="257"/>
            <ac:spMk id="7" creationId="{DFA36FBB-5F8A-9518-B737-7A12C4C28798}"/>
          </ac:spMkLst>
        </pc:spChg>
        <pc:picChg chg="add del mod">
          <ac:chgData name="Hoang, Kyle" userId="9960ef30-44d1-49a1-a833-d0fcaf23b950" providerId="ADAL" clId="{8D6C57DB-61D0-4CA8-BB0A-C5AE2A958200}" dt="2026-03-09T14:54:02.124" v="5594" actId="478"/>
          <ac:picMkLst>
            <pc:docMk/>
            <pc:sldMk cId="4284573865" sldId="257"/>
            <ac:picMk id="1026" creationId="{CB461B7B-5597-819C-E75A-47364D587D14}"/>
          </ac:picMkLst>
        </pc:picChg>
        <pc:picChg chg="add mod">
          <ac:chgData name="Hoang, Kyle" userId="9960ef30-44d1-49a1-a833-d0fcaf23b950" providerId="ADAL" clId="{8D6C57DB-61D0-4CA8-BB0A-C5AE2A958200}" dt="2026-03-09T15:00:25.728" v="5691" actId="1440"/>
          <ac:picMkLst>
            <pc:docMk/>
            <pc:sldMk cId="4284573865" sldId="257"/>
            <ac:picMk id="1028" creationId="{F2FB8C87-D550-F16A-0ADB-22A21F9EB4DA}"/>
          </ac:picMkLst>
        </pc:picChg>
        <pc:picChg chg="add del mod">
          <ac:chgData name="Hoang, Kyle" userId="9960ef30-44d1-49a1-a833-d0fcaf23b950" providerId="ADAL" clId="{8D6C57DB-61D0-4CA8-BB0A-C5AE2A958200}" dt="2026-03-09T14:05:07.912" v="5275" actId="478"/>
          <ac:picMkLst>
            <pc:docMk/>
            <pc:sldMk cId="4284573865" sldId="257"/>
            <ac:picMk id="3074" creationId="{E115C02A-1A80-8126-1DE4-EE2A3A957C75}"/>
          </ac:picMkLst>
        </pc:picChg>
        <pc:picChg chg="add del mod">
          <ac:chgData name="Hoang, Kyle" userId="9960ef30-44d1-49a1-a833-d0fcaf23b950" providerId="ADAL" clId="{8D6C57DB-61D0-4CA8-BB0A-C5AE2A958200}" dt="2026-03-09T14:05:16.219" v="5281" actId="478"/>
          <ac:picMkLst>
            <pc:docMk/>
            <pc:sldMk cId="4284573865" sldId="257"/>
            <ac:picMk id="3076" creationId="{A5ADC786-1F85-ED63-253A-E9C04753D9C4}"/>
          </ac:picMkLst>
        </pc:picChg>
        <pc:picChg chg="add mod">
          <ac:chgData name="Hoang, Kyle" userId="9960ef30-44d1-49a1-a833-d0fcaf23b950" providerId="ADAL" clId="{8D6C57DB-61D0-4CA8-BB0A-C5AE2A958200}" dt="2026-03-09T14:59:38.901" v="5689" actId="1440"/>
          <ac:picMkLst>
            <pc:docMk/>
            <pc:sldMk cId="4284573865" sldId="257"/>
            <ac:picMk id="3078" creationId="{DE03D061-9C17-B7B4-AEAB-8957CFF519AD}"/>
          </ac:picMkLst>
        </pc:picChg>
        <pc:picChg chg="add mod">
          <ac:chgData name="Hoang, Kyle" userId="9960ef30-44d1-49a1-a833-d0fcaf23b950" providerId="ADAL" clId="{8D6C57DB-61D0-4CA8-BB0A-C5AE2A958200}" dt="2026-03-09T14:59:58.930" v="5690" actId="1440"/>
          <ac:picMkLst>
            <pc:docMk/>
            <pc:sldMk cId="4284573865" sldId="257"/>
            <ac:picMk id="3080" creationId="{80B2625A-D3D4-373F-C1B1-0AFEF8907067}"/>
          </ac:picMkLst>
        </pc:picChg>
      </pc:sldChg>
      <pc:sldChg chg="addSp delSp modSp new mod modTransition modClrScheme chgLayout">
        <pc:chgData name="Hoang, Kyle" userId="9960ef30-44d1-49a1-a833-d0fcaf23b950" providerId="ADAL" clId="{8D6C57DB-61D0-4CA8-BB0A-C5AE2A958200}" dt="2026-03-09T17:41:54.217" v="6639"/>
        <pc:sldMkLst>
          <pc:docMk/>
          <pc:sldMk cId="3063337827" sldId="258"/>
        </pc:sldMkLst>
        <pc:spChg chg="mod ord">
          <ac:chgData name="Hoang, Kyle" userId="9960ef30-44d1-49a1-a833-d0fcaf23b950" providerId="ADAL" clId="{8D6C57DB-61D0-4CA8-BB0A-C5AE2A958200}" dt="2026-03-09T15:40:43.502" v="6367" actId="700"/>
          <ac:spMkLst>
            <pc:docMk/>
            <pc:sldMk cId="3063337827" sldId="258"/>
            <ac:spMk id="2" creationId="{404C5961-29D4-7CD5-C7A6-7CF24EDBD94D}"/>
          </ac:spMkLst>
        </pc:spChg>
        <pc:spChg chg="mod ord">
          <ac:chgData name="Hoang, Kyle" userId="9960ef30-44d1-49a1-a833-d0fcaf23b950" providerId="ADAL" clId="{8D6C57DB-61D0-4CA8-BB0A-C5AE2A958200}" dt="2026-03-09T15:40:43.502" v="6367" actId="700"/>
          <ac:spMkLst>
            <pc:docMk/>
            <pc:sldMk cId="3063337827" sldId="258"/>
            <ac:spMk id="3" creationId="{B3AA4451-E544-FABB-3D4B-B9D5B6E8C65F}"/>
          </ac:spMkLst>
        </pc:spChg>
        <pc:spChg chg="mod ord">
          <ac:chgData name="Hoang, Kyle" userId="9960ef30-44d1-49a1-a833-d0fcaf23b950" providerId="ADAL" clId="{8D6C57DB-61D0-4CA8-BB0A-C5AE2A958200}" dt="2026-03-09T15:41:32.954" v="6390" actId="13926"/>
          <ac:spMkLst>
            <pc:docMk/>
            <pc:sldMk cId="3063337827" sldId="258"/>
            <ac:spMk id="4" creationId="{4D99041C-3CA9-2844-2604-AF45EB15D1F1}"/>
          </ac:spMkLst>
        </pc:spChg>
        <pc:spChg chg="mod ord">
          <ac:chgData name="Hoang, Kyle" userId="9960ef30-44d1-49a1-a833-d0fcaf23b950" providerId="ADAL" clId="{8D6C57DB-61D0-4CA8-BB0A-C5AE2A958200}" dt="2026-03-09T15:40:43.502" v="6367" actId="700"/>
          <ac:spMkLst>
            <pc:docMk/>
            <pc:sldMk cId="3063337827" sldId="258"/>
            <ac:spMk id="5" creationId="{F9A727E9-62F0-40DF-8FF6-53B5F7553377}"/>
          </ac:spMkLst>
        </pc:spChg>
        <pc:spChg chg="add del mod ord">
          <ac:chgData name="Hoang, Kyle" userId="9960ef30-44d1-49a1-a833-d0fcaf23b950" providerId="ADAL" clId="{8D6C57DB-61D0-4CA8-BB0A-C5AE2A958200}" dt="2026-03-09T15:42:11.543" v="6391"/>
          <ac:spMkLst>
            <pc:docMk/>
            <pc:sldMk cId="3063337827" sldId="258"/>
            <ac:spMk id="6" creationId="{F8AA6ADA-550F-A781-268D-3739089E3F33}"/>
          </ac:spMkLst>
        </pc:spChg>
        <pc:spChg chg="add del mod">
          <ac:chgData name="Hoang, Kyle" userId="9960ef30-44d1-49a1-a833-d0fcaf23b950" providerId="ADAL" clId="{8D6C57DB-61D0-4CA8-BB0A-C5AE2A958200}" dt="2026-03-09T15:42:13.575" v="6392"/>
          <ac:spMkLst>
            <pc:docMk/>
            <pc:sldMk cId="3063337827" sldId="258"/>
            <ac:spMk id="7" creationId="{051F0C01-8D52-29C2-0F79-971A99068D2D}"/>
          </ac:spMkLst>
        </pc:spChg>
        <pc:spChg chg="add del mod">
          <ac:chgData name="Hoang, Kyle" userId="9960ef30-44d1-49a1-a833-d0fcaf23b950" providerId="ADAL" clId="{8D6C57DB-61D0-4CA8-BB0A-C5AE2A958200}" dt="2026-03-09T15:42:19.646" v="6393"/>
          <ac:spMkLst>
            <pc:docMk/>
            <pc:sldMk cId="3063337827" sldId="258"/>
            <ac:spMk id="8" creationId="{E740493F-D447-47BA-48D8-B1FC578D724D}"/>
          </ac:spMkLst>
        </pc:spChg>
        <pc:picChg chg="add mod">
          <ac:chgData name="Hoang, Kyle" userId="9960ef30-44d1-49a1-a833-d0fcaf23b950" providerId="ADAL" clId="{8D6C57DB-61D0-4CA8-BB0A-C5AE2A958200}" dt="2026-03-09T15:42:19.646" v="6393"/>
          <ac:picMkLst>
            <pc:docMk/>
            <pc:sldMk cId="3063337827" sldId="258"/>
            <ac:picMk id="9" creationId="{B2E97E4F-923F-EB24-1F3B-3C9D3F3278A4}"/>
          </ac:picMkLst>
        </pc:picChg>
      </pc:sldChg>
      <pc:sldChg chg="modSp new mod modTransition">
        <pc:chgData name="Hoang, Kyle" userId="9960ef30-44d1-49a1-a833-d0fcaf23b950" providerId="ADAL" clId="{8D6C57DB-61D0-4CA8-BB0A-C5AE2A958200}" dt="2026-03-09T17:41:54.217" v="6639"/>
        <pc:sldMkLst>
          <pc:docMk/>
          <pc:sldMk cId="3701935450" sldId="259"/>
        </pc:sldMkLst>
        <pc:spChg chg="mod">
          <ac:chgData name="Hoang, Kyle" userId="9960ef30-44d1-49a1-a833-d0fcaf23b950" providerId="ADAL" clId="{8D6C57DB-61D0-4CA8-BB0A-C5AE2A958200}" dt="2026-03-09T15:16:51.812" v="5719" actId="20577"/>
          <ac:spMkLst>
            <pc:docMk/>
            <pc:sldMk cId="3701935450" sldId="259"/>
            <ac:spMk id="2" creationId="{5AC42052-2AC2-49FE-6611-0C9EECD3141D}"/>
          </ac:spMkLst>
        </pc:spChg>
        <pc:spChg chg="mod">
          <ac:chgData name="Hoang, Kyle" userId="9960ef30-44d1-49a1-a833-d0fcaf23b950" providerId="ADAL" clId="{8D6C57DB-61D0-4CA8-BB0A-C5AE2A958200}" dt="2026-03-09T16:54:52.429" v="6527" actId="114"/>
          <ac:spMkLst>
            <pc:docMk/>
            <pc:sldMk cId="3701935450" sldId="259"/>
            <ac:spMk id="4" creationId="{F509C685-986C-7402-0758-68E778024435}"/>
          </ac:spMkLst>
        </pc:spChg>
        <pc:spChg chg="mod">
          <ac:chgData name="Hoang, Kyle" userId="9960ef30-44d1-49a1-a833-d0fcaf23b950" providerId="ADAL" clId="{8D6C57DB-61D0-4CA8-BB0A-C5AE2A958200}" dt="2026-03-09T15:36:21.816" v="6306"/>
          <ac:spMkLst>
            <pc:docMk/>
            <pc:sldMk cId="3701935450" sldId="259"/>
            <ac:spMk id="5" creationId="{B793A988-1BF7-2DD6-A97E-279C73B55703}"/>
          </ac:spMkLst>
        </pc:spChg>
      </pc:sldChg>
      <pc:sldChg chg="addSp delSp modSp new mod modTransition modClrScheme chgLayout">
        <pc:chgData name="Hoang, Kyle" userId="9960ef30-44d1-49a1-a833-d0fcaf23b950" providerId="ADAL" clId="{8D6C57DB-61D0-4CA8-BB0A-C5AE2A958200}" dt="2026-03-09T17:41:54.217" v="6639"/>
        <pc:sldMkLst>
          <pc:docMk/>
          <pc:sldMk cId="296467057" sldId="260"/>
        </pc:sldMkLst>
        <pc:spChg chg="mod ord">
          <ac:chgData name="Hoang, Kyle" userId="9960ef30-44d1-49a1-a833-d0fcaf23b950" providerId="ADAL" clId="{8D6C57DB-61D0-4CA8-BB0A-C5AE2A958200}" dt="2026-03-09T14:03:12.376" v="5266" actId="20577"/>
          <ac:spMkLst>
            <pc:docMk/>
            <pc:sldMk cId="296467057" sldId="260"/>
            <ac:spMk id="2" creationId="{BEF2AA1E-D074-818E-DD08-5D20F9049B2A}"/>
          </ac:spMkLst>
        </pc:spChg>
        <pc:spChg chg="mod">
          <ac:chgData name="Hoang, Kyle" userId="9960ef30-44d1-49a1-a833-d0fcaf23b950" providerId="ADAL" clId="{8D6C57DB-61D0-4CA8-BB0A-C5AE2A958200}" dt="2026-03-09T13:52:59.815" v="5198" actId="26606"/>
          <ac:spMkLst>
            <pc:docMk/>
            <pc:sldMk cId="296467057" sldId="260"/>
            <ac:spMk id="3" creationId="{F22EA625-8DC4-2FD8-2722-52577C9D2A69}"/>
          </ac:spMkLst>
        </pc:spChg>
        <pc:spChg chg="mod">
          <ac:chgData name="Hoang, Kyle" userId="9960ef30-44d1-49a1-a833-d0fcaf23b950" providerId="ADAL" clId="{8D6C57DB-61D0-4CA8-BB0A-C5AE2A958200}" dt="2026-03-09T15:24:03.757" v="5742" actId="20577"/>
          <ac:spMkLst>
            <pc:docMk/>
            <pc:sldMk cId="296467057" sldId="260"/>
            <ac:spMk id="4" creationId="{E61EBC41-D581-9D3C-6555-D7B1FB12FD12}"/>
          </ac:spMkLst>
        </pc:spChg>
        <pc:spChg chg="del">
          <ac:chgData name="Hoang, Kyle" userId="9960ef30-44d1-49a1-a833-d0fcaf23b950" providerId="ADAL" clId="{8D6C57DB-61D0-4CA8-BB0A-C5AE2A958200}" dt="2026-03-09T13:52:59.815" v="5198" actId="26606"/>
          <ac:spMkLst>
            <pc:docMk/>
            <pc:sldMk cId="296467057" sldId="260"/>
            <ac:spMk id="5" creationId="{4780F7EB-2954-9E37-ADB6-B37F00ECBE54}"/>
          </ac:spMkLst>
        </pc:spChg>
        <pc:spChg chg="add mod">
          <ac:chgData name="Hoang, Kyle" userId="9960ef30-44d1-49a1-a833-d0fcaf23b950" providerId="ADAL" clId="{8D6C57DB-61D0-4CA8-BB0A-C5AE2A958200}" dt="2026-03-09T13:52:22.628" v="5189" actId="14100"/>
          <ac:spMkLst>
            <pc:docMk/>
            <pc:sldMk cId="296467057" sldId="260"/>
            <ac:spMk id="6" creationId="{9B5F0783-25BF-19C0-E8F8-9C0EB71AA3A9}"/>
          </ac:spMkLst>
        </pc:spChg>
        <pc:spChg chg="add">
          <ac:chgData name="Hoang, Kyle" userId="9960ef30-44d1-49a1-a833-d0fcaf23b950" providerId="ADAL" clId="{8D6C57DB-61D0-4CA8-BB0A-C5AE2A958200}" dt="2026-03-09T13:52:29.080" v="5190"/>
          <ac:spMkLst>
            <pc:docMk/>
            <pc:sldMk cId="296467057" sldId="260"/>
            <ac:spMk id="7" creationId="{03A36C29-541C-54E1-D8D8-BE8A7D5D59BF}"/>
          </ac:spMkLst>
        </pc:spChg>
        <pc:spChg chg="add mod">
          <ac:chgData name="Hoang, Kyle" userId="9960ef30-44d1-49a1-a833-d0fcaf23b950" providerId="ADAL" clId="{8D6C57DB-61D0-4CA8-BB0A-C5AE2A958200}" dt="2026-03-09T13:52:59.815" v="5198" actId="26606"/>
          <ac:spMkLst>
            <pc:docMk/>
            <pc:sldMk cId="296467057" sldId="260"/>
            <ac:spMk id="14" creationId="{49B2D368-0442-6359-7D1B-69FD8C754C08}"/>
          </ac:spMkLst>
        </pc:spChg>
        <pc:picChg chg="add del mod">
          <ac:chgData name="Hoang, Kyle" userId="9960ef30-44d1-49a1-a833-d0fcaf23b950" providerId="ADAL" clId="{8D6C57DB-61D0-4CA8-BB0A-C5AE2A958200}" dt="2026-03-09T14:02:03.838" v="5253" actId="21"/>
          <ac:picMkLst>
            <pc:docMk/>
            <pc:sldMk cId="296467057" sldId="260"/>
            <ac:picMk id="9" creationId="{7274E972-A503-B62D-AC8C-399A7C432747}"/>
          </ac:picMkLst>
        </pc:picChg>
        <pc:picChg chg="add mod">
          <ac:chgData name="Hoang, Kyle" userId="9960ef30-44d1-49a1-a833-d0fcaf23b950" providerId="ADAL" clId="{8D6C57DB-61D0-4CA8-BB0A-C5AE2A958200}" dt="2026-03-09T14:02:20.633" v="5258" actId="1440"/>
          <ac:picMkLst>
            <pc:docMk/>
            <pc:sldMk cId="296467057" sldId="260"/>
            <ac:picMk id="1026" creationId="{758380D0-5062-3B84-6B9F-877DCFDA54F0}"/>
          </ac:picMkLst>
        </pc:picChg>
        <pc:picChg chg="add mod">
          <ac:chgData name="Hoang, Kyle" userId="9960ef30-44d1-49a1-a833-d0fcaf23b950" providerId="ADAL" clId="{8D6C57DB-61D0-4CA8-BB0A-C5AE2A958200}" dt="2026-03-09T14:54:30.857" v="5600" actId="14100"/>
          <ac:picMkLst>
            <pc:docMk/>
            <pc:sldMk cId="296467057" sldId="260"/>
            <ac:picMk id="2050" creationId="{CD2A420E-904B-7A5C-3AA4-1585282110C4}"/>
          </ac:picMkLst>
        </pc:picChg>
      </pc:sldChg>
      <pc:sldChg chg="addSp delSp modSp new mod modTransition modClrScheme chgLayout">
        <pc:chgData name="Hoang, Kyle" userId="9960ef30-44d1-49a1-a833-d0fcaf23b950" providerId="ADAL" clId="{8D6C57DB-61D0-4CA8-BB0A-C5AE2A958200}" dt="2026-03-09T17:41:54.217" v="6639"/>
        <pc:sldMkLst>
          <pc:docMk/>
          <pc:sldMk cId="1709143752" sldId="261"/>
        </pc:sldMkLst>
        <pc:spChg chg="mod ord">
          <ac:chgData name="Hoang, Kyle" userId="9960ef30-44d1-49a1-a833-d0fcaf23b950" providerId="ADAL" clId="{8D6C57DB-61D0-4CA8-BB0A-C5AE2A958200}" dt="2026-03-09T14:03:51.689" v="5268" actId="26606"/>
          <ac:spMkLst>
            <pc:docMk/>
            <pc:sldMk cId="1709143752" sldId="261"/>
            <ac:spMk id="2" creationId="{961795EB-ED37-FBDB-74BC-CFA6AC480798}"/>
          </ac:spMkLst>
        </pc:spChg>
        <pc:spChg chg="mod ord">
          <ac:chgData name="Hoang, Kyle" userId="9960ef30-44d1-49a1-a833-d0fcaf23b950" providerId="ADAL" clId="{8D6C57DB-61D0-4CA8-BB0A-C5AE2A958200}" dt="2026-03-09T14:03:51.689" v="5268" actId="26606"/>
          <ac:spMkLst>
            <pc:docMk/>
            <pc:sldMk cId="1709143752" sldId="261"/>
            <ac:spMk id="3" creationId="{E59E362A-6ECF-0C4F-A878-5E7E45A42F9C}"/>
          </ac:spMkLst>
        </pc:spChg>
        <pc:spChg chg="mod">
          <ac:chgData name="Hoang, Kyle" userId="9960ef30-44d1-49a1-a833-d0fcaf23b950" providerId="ADAL" clId="{8D6C57DB-61D0-4CA8-BB0A-C5AE2A958200}" dt="2026-03-09T15:02:26.707" v="5716" actId="115"/>
          <ac:spMkLst>
            <pc:docMk/>
            <pc:sldMk cId="1709143752" sldId="261"/>
            <ac:spMk id="4" creationId="{65DA78AF-03A2-0A67-B137-648A7AA0A549}"/>
          </ac:spMkLst>
        </pc:spChg>
        <pc:spChg chg="del">
          <ac:chgData name="Hoang, Kyle" userId="9960ef30-44d1-49a1-a833-d0fcaf23b950" providerId="ADAL" clId="{8D6C57DB-61D0-4CA8-BB0A-C5AE2A958200}" dt="2026-03-09T14:02:30.723" v="5260" actId="26606"/>
          <ac:spMkLst>
            <pc:docMk/>
            <pc:sldMk cId="1709143752" sldId="261"/>
            <ac:spMk id="5" creationId="{23C9DAF4-D33E-BB84-D23D-AC0D7AC3E9E3}"/>
          </ac:spMkLst>
        </pc:spChg>
        <pc:spChg chg="add del mod">
          <ac:chgData name="Hoang, Kyle" userId="9960ef30-44d1-49a1-a833-d0fcaf23b950" providerId="ADAL" clId="{8D6C57DB-61D0-4CA8-BB0A-C5AE2A958200}" dt="2026-03-09T14:03:51.689" v="5268" actId="26606"/>
          <ac:spMkLst>
            <pc:docMk/>
            <pc:sldMk cId="1709143752" sldId="261"/>
            <ac:spMk id="14" creationId="{7450A788-0DE9-F40D-9F65-0AFDE5DCB3FD}"/>
          </ac:spMkLst>
        </pc:spChg>
        <pc:spChg chg="add mod">
          <ac:chgData name="Hoang, Kyle" userId="9960ef30-44d1-49a1-a833-d0fcaf23b950" providerId="ADAL" clId="{8D6C57DB-61D0-4CA8-BB0A-C5AE2A958200}" dt="2026-03-09T14:58:54.398" v="5688"/>
          <ac:spMkLst>
            <pc:docMk/>
            <pc:sldMk cId="1709143752" sldId="261"/>
            <ac:spMk id="19" creationId="{75CFB6C7-80F5-3DBD-16BB-8B91A7F6F1FF}"/>
          </ac:spMkLst>
        </pc:spChg>
        <pc:picChg chg="add mod">
          <ac:chgData name="Hoang, Kyle" userId="9960ef30-44d1-49a1-a833-d0fcaf23b950" providerId="ADAL" clId="{8D6C57DB-61D0-4CA8-BB0A-C5AE2A958200}" dt="2026-03-09T14:03:59.404" v="5270" actId="1440"/>
          <ac:picMkLst>
            <pc:docMk/>
            <pc:sldMk cId="1709143752" sldId="261"/>
            <ac:picMk id="9" creationId="{7274E972-A503-B62D-AC8C-399A7C432747}"/>
          </ac:picMkLst>
        </pc:picChg>
        <pc:picChg chg="add del mod">
          <ac:chgData name="Hoang, Kyle" userId="9960ef30-44d1-49a1-a833-d0fcaf23b950" providerId="ADAL" clId="{8D6C57DB-61D0-4CA8-BB0A-C5AE2A958200}" dt="2026-03-09T14:02:06.767" v="5255" actId="21"/>
          <ac:picMkLst>
            <pc:docMk/>
            <pc:sldMk cId="1709143752" sldId="261"/>
            <ac:picMk id="1026" creationId="{758380D0-5062-3B84-6B9F-877DCFDA54F0}"/>
          </ac:picMkLst>
        </pc:picChg>
      </pc:sldChg>
      <pc:sldChg chg="modSp new del mod">
        <pc:chgData name="Hoang, Kyle" userId="9960ef30-44d1-49a1-a833-d0fcaf23b950" providerId="ADAL" clId="{8D6C57DB-61D0-4CA8-BB0A-C5AE2A958200}" dt="2026-03-09T15:32:06.065" v="6262" actId="2696"/>
        <pc:sldMkLst>
          <pc:docMk/>
          <pc:sldMk cId="653352205" sldId="262"/>
        </pc:sldMkLst>
        <pc:spChg chg="mod">
          <ac:chgData name="Hoang, Kyle" userId="9960ef30-44d1-49a1-a833-d0fcaf23b950" providerId="ADAL" clId="{8D6C57DB-61D0-4CA8-BB0A-C5AE2A958200}" dt="2026-03-09T15:17:16.707" v="5722" actId="21"/>
          <ac:spMkLst>
            <pc:docMk/>
            <pc:sldMk cId="653352205" sldId="262"/>
            <ac:spMk id="3" creationId="{27243694-BFE0-4711-C98D-285F887EEB32}"/>
          </ac:spMkLst>
        </pc:spChg>
        <pc:spChg chg="mod">
          <ac:chgData name="Hoang, Kyle" userId="9960ef30-44d1-49a1-a833-d0fcaf23b950" providerId="ADAL" clId="{8D6C57DB-61D0-4CA8-BB0A-C5AE2A958200}" dt="2026-03-09T15:17:17.436" v="5723"/>
          <ac:spMkLst>
            <pc:docMk/>
            <pc:sldMk cId="653352205" sldId="262"/>
            <ac:spMk id="5" creationId="{B572AD3E-1D16-6AE6-D21D-5B2650A6F047}"/>
          </ac:spMkLst>
        </pc:spChg>
      </pc:sldChg>
      <pc:sldChg chg="addSp delSp modSp new mod modTransition">
        <pc:chgData name="Hoang, Kyle" userId="9960ef30-44d1-49a1-a833-d0fcaf23b950" providerId="ADAL" clId="{8D6C57DB-61D0-4CA8-BB0A-C5AE2A958200}" dt="2026-03-09T17:41:54.217" v="6639"/>
        <pc:sldMkLst>
          <pc:docMk/>
          <pc:sldMk cId="1310461622" sldId="262"/>
        </pc:sldMkLst>
        <pc:spChg chg="mod">
          <ac:chgData name="Hoang, Kyle" userId="9960ef30-44d1-49a1-a833-d0fcaf23b950" providerId="ADAL" clId="{8D6C57DB-61D0-4CA8-BB0A-C5AE2A958200}" dt="2026-03-09T16:56:01.730" v="6608" actId="20577"/>
          <ac:spMkLst>
            <pc:docMk/>
            <pc:sldMk cId="1310461622" sldId="262"/>
            <ac:spMk id="3" creationId="{6039B60D-0AC1-DACE-0F8C-09B17CD7F168}"/>
          </ac:spMkLst>
        </pc:spChg>
        <pc:spChg chg="del">
          <ac:chgData name="Hoang, Kyle" userId="9960ef30-44d1-49a1-a833-d0fcaf23b950" providerId="ADAL" clId="{8D6C57DB-61D0-4CA8-BB0A-C5AE2A958200}" dt="2026-03-09T15:44:20.070" v="6394"/>
          <ac:spMkLst>
            <pc:docMk/>
            <pc:sldMk cId="1310461622" sldId="262"/>
            <ac:spMk id="4" creationId="{0013361F-0A5B-B40F-4909-DF42CA6CD30D}"/>
          </ac:spMkLst>
        </pc:spChg>
        <pc:spChg chg="mod">
          <ac:chgData name="Hoang, Kyle" userId="9960ef30-44d1-49a1-a833-d0fcaf23b950" providerId="ADAL" clId="{8D6C57DB-61D0-4CA8-BB0A-C5AE2A958200}" dt="2026-03-09T15:45:30.981" v="6468" actId="20577"/>
          <ac:spMkLst>
            <pc:docMk/>
            <pc:sldMk cId="1310461622" sldId="262"/>
            <ac:spMk id="5" creationId="{E26A999C-A7E6-B5CC-4A2A-15FD0FE886DC}"/>
          </ac:spMkLst>
        </pc:spChg>
        <pc:spChg chg="mod">
          <ac:chgData name="Hoang, Kyle" userId="9960ef30-44d1-49a1-a833-d0fcaf23b950" providerId="ADAL" clId="{8D6C57DB-61D0-4CA8-BB0A-C5AE2A958200}" dt="2026-03-09T15:44:26.962" v="6395"/>
          <ac:spMkLst>
            <pc:docMk/>
            <pc:sldMk cId="1310461622" sldId="262"/>
            <ac:spMk id="6" creationId="{030D9BCE-9A3A-2BE9-0B79-2ADA68B067B1}"/>
          </ac:spMkLst>
        </pc:spChg>
        <pc:spChg chg="add">
          <ac:chgData name="Hoang, Kyle" userId="9960ef30-44d1-49a1-a833-d0fcaf23b950" providerId="ADAL" clId="{8D6C57DB-61D0-4CA8-BB0A-C5AE2A958200}" dt="2026-03-09T16:56:45.038" v="6610"/>
          <ac:spMkLst>
            <pc:docMk/>
            <pc:sldMk cId="1310461622" sldId="262"/>
            <ac:spMk id="8" creationId="{456FC91F-A86C-B9C9-D207-919CF69DAF98}"/>
          </ac:spMkLst>
        </pc:spChg>
        <pc:picChg chg="add mod">
          <ac:chgData name="Hoang, Kyle" userId="9960ef30-44d1-49a1-a833-d0fcaf23b950" providerId="ADAL" clId="{8D6C57DB-61D0-4CA8-BB0A-C5AE2A958200}" dt="2026-03-09T16:57:15.198" v="6619" actId="14100"/>
          <ac:picMkLst>
            <pc:docMk/>
            <pc:sldMk cId="1310461622" sldId="262"/>
            <ac:picMk id="7" creationId="{62B07EAC-5777-DB47-A759-0E230F37240F}"/>
          </ac:picMkLst>
        </pc:picChg>
        <pc:picChg chg="add mod">
          <ac:chgData name="Hoang, Kyle" userId="9960ef30-44d1-49a1-a833-d0fcaf23b950" providerId="ADAL" clId="{8D6C57DB-61D0-4CA8-BB0A-C5AE2A958200}" dt="2026-03-09T16:57:28.754" v="6620" actId="1076"/>
          <ac:picMkLst>
            <pc:docMk/>
            <pc:sldMk cId="1310461622" sldId="262"/>
            <ac:picMk id="9" creationId="{A3562CAC-67D7-C256-297E-0A7A3F9DA4B7}"/>
          </ac:picMkLst>
        </pc:picChg>
      </pc:sldChg>
      <pc:sldChg chg="addSp modSp new modTransition">
        <pc:chgData name="Hoang, Kyle" userId="9960ef30-44d1-49a1-a833-d0fcaf23b950" providerId="ADAL" clId="{8D6C57DB-61D0-4CA8-BB0A-C5AE2A958200}" dt="2026-03-09T17:50:58.056" v="6650" actId="1076"/>
        <pc:sldMkLst>
          <pc:docMk/>
          <pc:sldMk cId="3707913513" sldId="263"/>
        </pc:sldMkLst>
        <pc:spChg chg="mod">
          <ac:chgData name="Hoang, Kyle" userId="9960ef30-44d1-49a1-a833-d0fcaf23b950" providerId="ADAL" clId="{8D6C57DB-61D0-4CA8-BB0A-C5AE2A958200}" dt="2026-03-09T17:42:52.307" v="6641"/>
          <ac:spMkLst>
            <pc:docMk/>
            <pc:sldMk cId="3707913513" sldId="263"/>
            <ac:spMk id="2" creationId="{85117C71-946D-8A32-1D68-FF62BC947536}"/>
          </ac:spMkLst>
        </pc:spChg>
        <pc:picChg chg="add mod">
          <ac:chgData name="Hoang, Kyle" userId="9960ef30-44d1-49a1-a833-d0fcaf23b950" providerId="ADAL" clId="{8D6C57DB-61D0-4CA8-BB0A-C5AE2A958200}" dt="2026-03-09T17:50:58.056" v="6650" actId="1076"/>
          <ac:picMkLst>
            <pc:docMk/>
            <pc:sldMk cId="3707913513" sldId="263"/>
            <ac:picMk id="5122" creationId="{FA8AB535-1F13-911A-1580-615E9A663F4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E227C-BB21-DB07-6B20-7074639228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24125" y="8917497"/>
            <a:ext cx="5352176" cy="2265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0A191-4718-100B-DED6-88F5C9A109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76301" y="8917497"/>
            <a:ext cx="380112" cy="2265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53839-9EF0-47ED-B33C-2BBE178F1523}" type="slidenum">
              <a:rPr lang="en-US">
                <a:solidFill>
                  <a:schemeClr val="accent3"/>
                </a:solidFill>
              </a:rPr>
              <a:t>‹#›</a:t>
            </a:fld>
            <a:endParaRPr lang="en-US">
              <a:solidFill>
                <a:schemeClr val="accent3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B013BB-A0A9-5945-1A7E-B37C045625BD}"/>
              </a:ext>
            </a:extLst>
          </p:cNvPr>
          <p:cNvCxnSpPr/>
          <p:nvPr/>
        </p:nvCxnSpPr>
        <p:spPr>
          <a:xfrm flipV="1">
            <a:off x="11639863" y="6548444"/>
            <a:ext cx="0" cy="13716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7405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1A1ABB41-96DE-2548-5312-6EA10ED36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7018" y="346046"/>
            <a:ext cx="3978479" cy="2237894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CBE49FC5-364A-0BDD-5DBC-53F112E2E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7017" y="2810312"/>
            <a:ext cx="6109283" cy="598764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48A63C7-4BA3-410B-CBEA-6E34AB899F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124125" y="8917497"/>
            <a:ext cx="5352176" cy="2265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84FB9F7-57C5-3206-9B04-07E2F3A7A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476301" y="8917497"/>
            <a:ext cx="380112" cy="2265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53839-9EF0-47ED-B33C-2BBE178F1523}" type="slidenum">
              <a:rPr lang="en-US">
                <a:solidFill>
                  <a:schemeClr val="accent3"/>
                </a:solidFill>
              </a:rPr>
              <a:t>‹#›</a:t>
            </a:fld>
            <a:endParaRPr lang="en-US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11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6713" y="346075"/>
            <a:ext cx="3978275" cy="223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53839-9EF0-47ED-B33C-2BBE178F1523}" type="slidenum">
              <a:rPr lang="en-US">
                <a:solidFill>
                  <a:schemeClr val="accent3"/>
                </a:solidFill>
              </a:rPr>
              <a:t>1</a:t>
            </a:fld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89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9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4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4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9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4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4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4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4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4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4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9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7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8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4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4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4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0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4" Type="http://schemas.openxmlformats.org/officeDocument/2006/relationships/image" Target="../media/image1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4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4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8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9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0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DC2E06-7293-E62F-8A40-B221EA2FEA3B}"/>
              </a:ext>
            </a:extLst>
          </p:cNvPr>
          <p:cNvSpPr/>
          <p:nvPr userDrawn="1"/>
        </p:nvSpPr>
        <p:spPr>
          <a:xfrm flipV="1">
            <a:off x="0" y="5565821"/>
            <a:ext cx="12191446" cy="1292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19EA1-4EEC-2CE2-4133-E7FD66B8A1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355" y="785956"/>
            <a:ext cx="11260535" cy="1759906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cover headline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79F838BE-A928-CCA3-30A8-600CB1ABD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355" y="2641611"/>
            <a:ext cx="11260535" cy="975226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6129F-A694-E0C3-2482-533A8F06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FCE1-BE64-4524-A605-1CAE1F12CE7C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209E6-828D-56C9-EC1A-A7D2FC14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1A602-5BD4-198E-CFF8-34EEAC24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95EF04-C7F4-1557-0445-BFB30F172B27}"/>
              </a:ext>
            </a:extLst>
          </p:cNvPr>
          <p:cNvCxnSpPr/>
          <p:nvPr userDrawn="1"/>
        </p:nvCxnSpPr>
        <p:spPr>
          <a:xfrm flipV="1">
            <a:off x="11639863" y="6933353"/>
            <a:ext cx="0" cy="13716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of Presentation">
            <a:extLst>
              <a:ext uri="{FF2B5EF4-FFF2-40B4-BE49-F238E27FC236}">
                <a16:creationId xmlns:a16="http://schemas.microsoft.com/office/drawing/2014/main" id="{7E5CC374-D9DC-3F59-C021-D4F340104E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355" y="6403916"/>
            <a:ext cx="8229600" cy="153888"/>
          </a:xfrm>
        </p:spPr>
        <p:txBody>
          <a:bodyPr/>
          <a:lstStyle>
            <a:lvl1pPr marL="0" indent="0">
              <a:buNone/>
              <a:defRPr sz="1000" b="0">
                <a:solidFill>
                  <a:schemeClr val="accent3"/>
                </a:solidFill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[Add date]</a:t>
            </a:r>
          </a:p>
        </p:txBody>
      </p:sp>
      <p:sp>
        <p:nvSpPr>
          <p:cNvPr id="12" name="Name of Presenter">
            <a:extLst>
              <a:ext uri="{FF2B5EF4-FFF2-40B4-BE49-F238E27FC236}">
                <a16:creationId xmlns:a16="http://schemas.microsoft.com/office/drawing/2014/main" id="{BDAD0A07-D1B4-8158-94A6-9AFE7F6554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355" y="6024248"/>
            <a:ext cx="8229600" cy="246221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3657DD-29DE-2D22-BCDB-637731D74357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880BDB-D18F-BE06-0B25-8E4100E6AE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B3FA1C7-E877-23F4-11CC-A8936B6B34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AFF11F-248B-98CB-E776-CCD046A69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95521F-3A90-6B05-764D-F4BEA2F7D5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F94B13-6794-1247-03E3-08C6C7E87E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911CEA-21C9-319A-4A2C-C1A30ECFA4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42A64E-5A5E-6E5D-7CA6-4493D78428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DB3BEC9-9CED-E9AC-DFC0-B51783AC044C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B7784B5-DBD5-A80A-1269-BB744837B60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30EAFB9-0EFB-3AFA-E61C-9387ADA62E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6B5517-23FA-C7E4-4A1C-3F2BE82D11C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7087FD4-3C04-4EB9-1CFE-B5861B61035D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8548CC2-7E2A-1518-7DC7-8D0751459C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F460AC5-4EC2-4776-84D9-498355C409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C4E9FFC-28E1-D25F-7753-DC252FE6F8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299777A-A7F1-042B-A721-C68443CFD57D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9" name="MIO_LOGOPLACEHOLDER#LARGE" hidden="1">
            <a:extLst>
              <a:ext uri="{FF2B5EF4-FFF2-40B4-BE49-F238E27FC236}">
                <a16:creationId xmlns:a16="http://schemas.microsoft.com/office/drawing/2014/main" id="{BAD3EE4A-F6C7-4E86-A8E5-632757E44B78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0" name="Masterfield: Proprietary &amp; Confidential Option" hidden="1">
            <a:extLst>
              <a:ext uri="{FF2B5EF4-FFF2-40B4-BE49-F238E27FC236}">
                <a16:creationId xmlns:a16="http://schemas.microsoft.com/office/drawing/2014/main" id="{293C1B58-C2A7-F86E-52D4-AEF5DA334C4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22" name="Masterfield: Custom legal disclaimer field" hidden="1">
            <a:extLst>
              <a:ext uri="{FF2B5EF4-FFF2-40B4-BE49-F238E27FC236}">
                <a16:creationId xmlns:a16="http://schemas.microsoft.com/office/drawing/2014/main" id="{6B81E8FA-2A72-AFCA-E98F-FD6B1DCB280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40" name="Masterfield: Custom Watermark" hidden="1">
            <a:extLst>
              <a:ext uri="{FF2B5EF4-FFF2-40B4-BE49-F238E27FC236}">
                <a16:creationId xmlns:a16="http://schemas.microsoft.com/office/drawing/2014/main" id="{987DDFFC-9DB5-6985-7F45-C8F9D82BEB7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4" name="MIO_Placeholder_Mapping" hidden="1">
            <a:extLst>
              <a:ext uri="{FF2B5EF4-FFF2-40B4-BE49-F238E27FC236}">
                <a16:creationId xmlns:a16="http://schemas.microsoft.com/office/drawing/2014/main" id="{5F6AE511-798B-706F-4B11-EB1AA7F2F929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BAF1C4-3A40-FFED-E2D6-B1A00FB7276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BC05F7-1505-E390-E765-82E41E863BA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1AEAFD5-BD09-14B6-94B2-BADEB034F90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631498-8966-2473-3051-C4392016634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1AAA62E-1335-7CBA-961C-AC0EDAE2FEF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25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p15="http://schemas.microsoft.com/office/powerpoint/2012/main"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D7D7-E7C5-01AC-4519-7B2B7E70F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CC993981-124E-4E48-AA9E-571E6B4D1F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276C31-D303-13BD-14BF-3D5D6265E0F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FAD60ED-FB50-4BEB-88CC-03E39F6661CD}" type="datetime1">
              <a:rPr lang="en-US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74A34-7724-0FED-9A4F-B0DE959FA8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F31A9-F7E9-73F4-BF7F-EFDC402851F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D3C47F-AD19-298C-28DA-FBAD275487B0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9745D4-7953-315A-9EAB-EA5A0C3B2A68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BB6710-B4B2-F11A-8691-CB5275CE37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4534A9-26F9-3D81-318F-49B6227890DC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MIO_Placeholder_Mapping" hidden="1">
            <a:extLst>
              <a:ext uri="{FF2B5EF4-FFF2-40B4-BE49-F238E27FC236}">
                <a16:creationId xmlns:a16="http://schemas.microsoft.com/office/drawing/2014/main" id="{A9BE5943-03E2-F649-36FA-A7842A636B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263066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:a16="http://schemas.microsoft.com/office/drawing/2014/main"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lide w/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D7D7-E7C5-01AC-4519-7B2B7E70F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CC993981-124E-4E48-AA9E-571E6B4D1F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276C31-D303-13BD-14BF-3D5D6265E0F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FAD60ED-FB50-4BEB-88CC-03E39F6661CD}" type="datetime1">
              <a:rPr lang="en-US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74A34-7724-0FED-9A4F-B0DE959FA8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F31A9-F7E9-73F4-BF7F-EFDC402851F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D3C47F-AD19-298C-28DA-FBAD275487B0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9745D4-7953-315A-9EAB-EA5A0C3B2A68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BB6710-B4B2-F11A-8691-CB5275CE37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4534A9-26F9-3D81-318F-49B6227890DC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akeaway Box">
            <a:extLst>
              <a:ext uri="{FF2B5EF4-FFF2-40B4-BE49-F238E27FC236}">
                <a16:creationId xmlns:a16="http://schemas.microsoft.com/office/drawing/2014/main" id="{E498518E-B288-C0BF-D2DE-21B72FAF1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12" name="MIO_Placeholder_Mapping" hidden="1">
            <a:extLst>
              <a:ext uri="{FF2B5EF4-FFF2-40B4-BE49-F238E27FC236}">
                <a16:creationId xmlns:a16="http://schemas.microsoft.com/office/drawing/2014/main" id="{17DF39D2-9252-FA5F-A6CE-E9AFEC9EEA7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287516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760-4F43-4904-81B8-516AC6D6EDF6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18488"/>
            <a:ext cx="112776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03A941-535A-DE16-8DD9-83EA5F67AA6F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4E3066-5419-0D4B-D32E-C07EB42622AA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FDC05C-3B0A-B6CF-B1A6-4AC827803C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2A653C-5428-9FA6-990A-B9AB806F984D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FFBC7A18-E4AE-4CE0-71FB-004A6786D7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MIO_Placeholder_Mapping" hidden="1">
            <a:extLst>
              <a:ext uri="{FF2B5EF4-FFF2-40B4-BE49-F238E27FC236}">
                <a16:creationId xmlns:a16="http://schemas.microsoft.com/office/drawing/2014/main" id="{C7C8C8D4-DEB3-A072-BD89-BABF06665EF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87745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760-4F43-4904-81B8-516AC6D6EDF6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1599"/>
            <a:ext cx="11277600" cy="34911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03A941-535A-DE16-8DD9-83EA5F67AA6F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4E3066-5419-0D4B-D32E-C07EB42622AA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FDC05C-3B0A-B6CF-B1A6-4AC827803C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2A653C-5428-9FA6-990A-B9AB806F984D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FFBC7A18-E4AE-4CE0-71FB-004A6786D7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019E4651-324C-428C-D79F-2FA7EE967A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14" name="Takeaway Box">
            <a:extLst>
              <a:ext uri="{FF2B5EF4-FFF2-40B4-BE49-F238E27FC236}">
                <a16:creationId xmlns:a16="http://schemas.microsoft.com/office/drawing/2014/main" id="{994756A4-FD90-6D7F-FFFB-D078EADD05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8" name="MIO_Placeholder_Mapping" hidden="1">
            <a:extLst>
              <a:ext uri="{FF2B5EF4-FFF2-40B4-BE49-F238E27FC236}">
                <a16:creationId xmlns:a16="http://schemas.microsoft.com/office/drawing/2014/main" id="{504724BD-B5E3-AA74-1626-07035C03FE0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411857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8D2A-1560-41DB-8405-F720E5244EFE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199" y="1618488"/>
            <a:ext cx="512064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13538" y="1618487"/>
            <a:ext cx="512064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EBE7FF-2298-3400-16CE-7328E7E83728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DB9F5E-88CB-F2D4-E6A2-2494EC116DD3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D6A25E-9D48-E1A4-4BD1-0F72D35AB7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51E21A-BC82-F180-C04C-0930847B8D1B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1C767EEF-3A34-6775-C0E0-108B5F8A5C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A29EFEAE-7E04-264A-6606-793D3D6FD4AC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609142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8" name="MIO_Placeholder_Mapping" hidden="1">
            <a:extLst>
              <a:ext uri="{FF2B5EF4-FFF2-40B4-BE49-F238E27FC236}">
                <a16:creationId xmlns:a16="http://schemas.microsoft.com/office/drawing/2014/main" id="{989A0ECD-0C4B-CC20-7E28-460D0D661BF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122366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8D2A-1560-41DB-8405-F720E5244EFE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198" y="2130552"/>
            <a:ext cx="52120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22098" y="2130552"/>
            <a:ext cx="52120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EBE7FF-2298-3400-16CE-7328E7E83728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DB9F5E-88CB-F2D4-E6A2-2494EC116DD3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D6A25E-9D48-E1A4-4BD1-0F72D35AB7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51E21A-BC82-F180-C04C-0930847B8D1B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1C767EEF-3A34-6775-C0E0-108B5F8A5C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6" name="Takeaway Box">
            <a:extLst>
              <a:ext uri="{FF2B5EF4-FFF2-40B4-BE49-F238E27FC236}">
                <a16:creationId xmlns:a16="http://schemas.microsoft.com/office/drawing/2014/main" id="{E72EC1C2-4DE7-6D25-EB4C-C268C16978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321AAE7E-F38F-351B-C84A-2C00FE6E0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BD3F6547-8760-7675-CE04-8BC0ED8F7E82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609142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4" name="MIO_Placeholder_Mapping" hidden="1">
            <a:extLst>
              <a:ext uri="{FF2B5EF4-FFF2-40B4-BE49-F238E27FC236}">
                <a16:creationId xmlns:a16="http://schemas.microsoft.com/office/drawing/2014/main" id="{7B7175E8-8606-BE9B-D5F1-9FE055A0141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88279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097D-6AAD-41D4-B298-20E969FB5BBD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737360"/>
            <a:ext cx="3200400" cy="45720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95800" y="1737360"/>
            <a:ext cx="3200400" cy="45720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1737360"/>
            <a:ext cx="3200400" cy="45720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3487CB-77CD-296B-C03B-92951A0AE695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01115E-ADCD-8E0E-27A0-40429D88AEB8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404A989-8912-8E3A-3512-BD52F9EB84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361B14-59EC-B4C6-36A9-D79454BCAE9C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Source Placeholder">
            <a:extLst>
              <a:ext uri="{FF2B5EF4-FFF2-40B4-BE49-F238E27FC236}">
                <a16:creationId xmlns:a16="http://schemas.microsoft.com/office/drawing/2014/main" id="{7B6D7B2E-A0B3-BDAF-D898-0DAAEB3630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6" name="Divider">
            <a:extLst>
              <a:ext uri="{FF2B5EF4-FFF2-40B4-BE49-F238E27FC236}">
                <a16:creationId xmlns:a16="http://schemas.microsoft.com/office/drawing/2014/main" id="{D1C0C1C6-CC06-1BF4-1E6C-D955D7C5BF32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4049268" y="1737360"/>
            <a:ext cx="9144" cy="4572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0" name="Divider">
            <a:extLst>
              <a:ext uri="{FF2B5EF4-FFF2-40B4-BE49-F238E27FC236}">
                <a16:creationId xmlns:a16="http://schemas.microsoft.com/office/drawing/2014/main" id="{A2DC3505-2EDD-870B-E72F-A4179F2AF3F5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8095175" y="1737360"/>
            <a:ext cx="9144" cy="4572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" name="MIO_Placeholder_Mapping" hidden="1">
            <a:extLst>
              <a:ext uri="{FF2B5EF4-FFF2-40B4-BE49-F238E27FC236}">
                <a16:creationId xmlns:a16="http://schemas.microsoft.com/office/drawing/2014/main" id="{5EA0E32E-13A4-3A67-ECCC-310595FD480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317206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097D-6AAD-41D4-B298-20E969FB5BBD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0552"/>
            <a:ext cx="32004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95800" y="2130552"/>
            <a:ext cx="32004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2130552"/>
            <a:ext cx="32004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3487CB-77CD-296B-C03B-92951A0AE695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01115E-ADCD-8E0E-27A0-40429D88AEB8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404A989-8912-8E3A-3512-BD52F9EB84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361B14-59EC-B4C6-36A9-D79454BCAE9C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Source Placeholder">
            <a:extLst>
              <a:ext uri="{FF2B5EF4-FFF2-40B4-BE49-F238E27FC236}">
                <a16:creationId xmlns:a16="http://schemas.microsoft.com/office/drawing/2014/main" id="{7B6D7B2E-A0B3-BDAF-D898-0DAAEB3630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6" name="Takeaway Box">
            <a:extLst>
              <a:ext uri="{FF2B5EF4-FFF2-40B4-BE49-F238E27FC236}">
                <a16:creationId xmlns:a16="http://schemas.microsoft.com/office/drawing/2014/main" id="{017A032B-5B3B-AB9D-A688-EB376F56A0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86A567F4-A5CC-5F95-B115-EBD2B65C89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65261462-BF67-8A7F-5EA8-A6AC77252B3F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407212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0" name="Divider">
            <a:extLst>
              <a:ext uri="{FF2B5EF4-FFF2-40B4-BE49-F238E27FC236}">
                <a16:creationId xmlns:a16="http://schemas.microsoft.com/office/drawing/2014/main" id="{21E6DBAF-D910-F216-F3B1-776AE12F206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811072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" name="MIO_Placeholder_Mapping" hidden="1">
            <a:extLst>
              <a:ext uri="{FF2B5EF4-FFF2-40B4-BE49-F238E27FC236}">
                <a16:creationId xmlns:a16="http://schemas.microsoft.com/office/drawing/2014/main" id="{548FEBD4-CCB6-3FD6-D343-AEC077C0507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49275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3042-71BB-4474-BCE7-5BECDAFB71AE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22860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Left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54400" y="1600200"/>
            <a:ext cx="22860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 Middle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51600" y="1600200"/>
            <a:ext cx="22860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Right">
            <a:extLst>
              <a:ext uri="{FF2B5EF4-FFF2-40B4-BE49-F238E27FC236}">
                <a16:creationId xmlns:a16="http://schemas.microsoft.com/office/drawing/2014/main" id="{361CFC33-190E-D1FE-98FE-4137DFC4AB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448800" y="1600200"/>
            <a:ext cx="22860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10341B-D0DE-5076-56C5-873DEFE006D4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AA800D-9733-1595-1B6B-545966F7BF42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FAF3EE4-BBB2-6AC5-2F6D-E8B78B5E3C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688FE5-B471-B311-3651-2C237B94D1E9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C63FBA55-137A-74EB-FC8F-F1B56E48B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FB3199B8-368F-E7E2-3898-76C8E878C651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309422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2" name="Divider">
            <a:extLst>
              <a:ext uri="{FF2B5EF4-FFF2-40B4-BE49-F238E27FC236}">
                <a16:creationId xmlns:a16="http://schemas.microsoft.com/office/drawing/2014/main" id="{14846769-5DBB-BD19-161C-77014B2C3E01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609142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05A76C63-EB47-D3EA-F72E-456117C9FC22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908862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7162EF07-C435-062B-0F7E-46F05B7CE9A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402518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1951" userDrawn="1">
          <p15:clr>
            <a:srgbClr val="FBAE40"/>
          </p15:clr>
        </p15:guide>
        <p15:guide id="2" pos="57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3042-71BB-4474-BCE7-5BECDAFB71AE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Left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544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 Middle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516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Right">
            <a:extLst>
              <a:ext uri="{FF2B5EF4-FFF2-40B4-BE49-F238E27FC236}">
                <a16:creationId xmlns:a16="http://schemas.microsoft.com/office/drawing/2014/main" id="{361CFC33-190E-D1FE-98FE-4137DFC4AB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4488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10341B-D0DE-5076-56C5-873DEFE006D4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AA800D-9733-1595-1B6B-545966F7BF42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FAF3EE4-BBB2-6AC5-2F6D-E8B78B5E3C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688FE5-B471-B311-3651-2C237B94D1E9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C63FBA55-137A-74EB-FC8F-F1B56E48B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Takeaway Box">
            <a:extLst>
              <a:ext uri="{FF2B5EF4-FFF2-40B4-BE49-F238E27FC236}">
                <a16:creationId xmlns:a16="http://schemas.microsoft.com/office/drawing/2014/main" id="{D5FF28B9-5D2A-C7F7-6D5A-BB22EF3545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5084900E-A072-ECA9-320B-86298AE340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9EBEA8C-05DD-650E-97C5-CDA748067857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309422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2" name="Divider">
            <a:extLst>
              <a:ext uri="{FF2B5EF4-FFF2-40B4-BE49-F238E27FC236}">
                <a16:creationId xmlns:a16="http://schemas.microsoft.com/office/drawing/2014/main" id="{F18444AD-0726-7F60-F5FD-3BFAD727E15C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609142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9" name="Divider">
            <a:extLst>
              <a:ext uri="{FF2B5EF4-FFF2-40B4-BE49-F238E27FC236}">
                <a16:creationId xmlns:a16="http://schemas.microsoft.com/office/drawing/2014/main" id="{5733EB95-0CD4-8391-9736-BAA3DB950328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908862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0" name="MIO_Placeholder_Mapping" hidden="1">
            <a:extLst>
              <a:ext uri="{FF2B5EF4-FFF2-40B4-BE49-F238E27FC236}">
                <a16:creationId xmlns:a16="http://schemas.microsoft.com/office/drawing/2014/main" id="{5984010F-D316-6F5E-62E7-25D05E392DA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246545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1951" userDrawn="1">
          <p15:clr>
            <a:srgbClr val="FBAE40"/>
          </p15:clr>
        </p15:guide>
        <p15:guide id="2" pos="57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8102-7456-4842-8BDB-1CB1CF112CA3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18488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Left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73680" y="1618488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Middle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90160" y="1618488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Right Middle">
            <a:extLst>
              <a:ext uri="{FF2B5EF4-FFF2-40B4-BE49-F238E27FC236}">
                <a16:creationId xmlns:a16="http://schemas.microsoft.com/office/drawing/2014/main" id="{361CFC33-190E-D1FE-98FE-4137DFC4AB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1618488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Right">
            <a:extLst>
              <a:ext uri="{FF2B5EF4-FFF2-40B4-BE49-F238E27FC236}">
                <a16:creationId xmlns:a16="http://schemas.microsoft.com/office/drawing/2014/main" id="{E16330DB-3F41-2C7B-54E0-9A41128784C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23120" y="1618488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246F46-9640-6268-CC88-DE3259E6681E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7F33D3-D304-5199-F77F-F5ECF6D35317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DE1376-DAC3-0E74-BDAE-F87320243E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E0AA15-2058-20FA-E7F4-7260EFB12306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2B09FDAC-F146-8505-2E54-ED5C1DB610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35E5B0F1-E72C-F302-F666-E8EF7B80FF18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261670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5" name="Divider">
            <a:extLst>
              <a:ext uri="{FF2B5EF4-FFF2-40B4-BE49-F238E27FC236}">
                <a16:creationId xmlns:a16="http://schemas.microsoft.com/office/drawing/2014/main" id="{80833F77-5CE4-3E50-1E8D-EE85F4A6832E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493318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6" name="Divider">
            <a:extLst>
              <a:ext uri="{FF2B5EF4-FFF2-40B4-BE49-F238E27FC236}">
                <a16:creationId xmlns:a16="http://schemas.microsoft.com/office/drawing/2014/main" id="{F15D4D7E-C408-950C-5118-F003630B4206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724966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0" name="Divider">
            <a:extLst>
              <a:ext uri="{FF2B5EF4-FFF2-40B4-BE49-F238E27FC236}">
                <a16:creationId xmlns:a16="http://schemas.microsoft.com/office/drawing/2014/main" id="{373D9746-3C9F-DDE3-258F-FFDEDAF614C5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9566148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3706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8102-7456-4842-8BDB-1CB1CF112CA3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Left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7368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Middle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9016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Right Middle">
            <a:extLst>
              <a:ext uri="{FF2B5EF4-FFF2-40B4-BE49-F238E27FC236}">
                <a16:creationId xmlns:a16="http://schemas.microsoft.com/office/drawing/2014/main" id="{361CFC33-190E-D1FE-98FE-4137DFC4AB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Right">
            <a:extLst>
              <a:ext uri="{FF2B5EF4-FFF2-40B4-BE49-F238E27FC236}">
                <a16:creationId xmlns:a16="http://schemas.microsoft.com/office/drawing/2014/main" id="{E16330DB-3F41-2C7B-54E0-9A41128784C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2312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246F46-9640-6268-CC88-DE3259E6681E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7F33D3-D304-5199-F77F-F5ECF6D35317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DE1376-DAC3-0E74-BDAE-F87320243E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E0AA15-2058-20FA-E7F4-7260EFB12306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2B09FDAC-F146-8505-2E54-ED5C1DB610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2" name="Takeaway Box">
            <a:extLst>
              <a:ext uri="{FF2B5EF4-FFF2-40B4-BE49-F238E27FC236}">
                <a16:creationId xmlns:a16="http://schemas.microsoft.com/office/drawing/2014/main" id="{FDC7D484-B7E3-9323-E7A7-94AF5FCDD1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3103EF55-1951-C133-4F6F-0234AF8644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3899514B-2CD2-1DDF-BF19-3921B5763DB7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956614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5" name="Divider">
            <a:extLst>
              <a:ext uri="{FF2B5EF4-FFF2-40B4-BE49-F238E27FC236}">
                <a16:creationId xmlns:a16="http://schemas.microsoft.com/office/drawing/2014/main" id="{CBDCF7DB-F121-4AEA-33D5-92FB4EB43A25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724966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0" name="Divider">
            <a:extLst>
              <a:ext uri="{FF2B5EF4-FFF2-40B4-BE49-F238E27FC236}">
                <a16:creationId xmlns:a16="http://schemas.microsoft.com/office/drawing/2014/main" id="{D8F8E844-7B28-EAD5-C381-48FA1849325D}"/>
              </a:ext>
            </a:extLst>
          </p:cNvPr>
          <p:cNvSpPr>
            <a:spLocks noGrp="1"/>
          </p:cNvSpPr>
          <p:nvPr>
            <p:ph type="media" sz="quarter" idx="25"/>
          </p:nvPr>
        </p:nvSpPr>
        <p:spPr>
          <a:xfrm>
            <a:off x="493318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1" name="Divider">
            <a:extLst>
              <a:ext uri="{FF2B5EF4-FFF2-40B4-BE49-F238E27FC236}">
                <a16:creationId xmlns:a16="http://schemas.microsoft.com/office/drawing/2014/main" id="{F49455DE-6AC4-7B7A-40B6-146BE539FC96}"/>
              </a:ext>
            </a:extLst>
          </p:cNvPr>
          <p:cNvSpPr>
            <a:spLocks noGrp="1"/>
          </p:cNvSpPr>
          <p:nvPr>
            <p:ph type="media" sz="quarter" idx="26"/>
          </p:nvPr>
        </p:nvSpPr>
        <p:spPr>
          <a:xfrm>
            <a:off x="2616708" y="2130552"/>
            <a:ext cx="9144" cy="33832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2" name="MIO_Placeholder_Mapping" hidden="1">
            <a:extLst>
              <a:ext uri="{FF2B5EF4-FFF2-40B4-BE49-F238E27FC236}">
                <a16:creationId xmlns:a16="http://schemas.microsoft.com/office/drawing/2014/main" id="{B35FB626-9C28-4B06-DF84-1A2EBECF1E52}"/>
              </a:ext>
            </a:extLst>
          </p:cNvPr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0554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ght Third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CE833B-EC9D-61C7-7FAC-B62B2CC2A424}"/>
              </a:ext>
            </a:extLst>
          </p:cNvPr>
          <p:cNvSpPr/>
          <p:nvPr userDrawn="1"/>
        </p:nvSpPr>
        <p:spPr>
          <a:xfrm flipH="1">
            <a:off x="-372" y="-1709"/>
            <a:ext cx="81229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F904-2233-4D89-A29C-B792668B0C5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Content Placeholder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12885" y="1358901"/>
            <a:ext cx="3291840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1358901"/>
            <a:ext cx="3200400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36C8BE-463B-B44D-6325-4B884E70F34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199" y="457201"/>
            <a:ext cx="7247525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Content Placeholder Left">
            <a:extLst>
              <a:ext uri="{FF2B5EF4-FFF2-40B4-BE49-F238E27FC236}">
                <a16:creationId xmlns:a16="http://schemas.microsoft.com/office/drawing/2014/main" id="{DA8A403C-0079-BF5C-4585-A7522A7968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58901"/>
            <a:ext cx="3291840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EAF529-551D-DA2B-DA48-0C8C15012A4A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9E350C-B91E-9282-727A-115C6680DED4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48B2D23-74F0-5C0C-0CD3-CB8E1749C3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01A0E5-3A85-C818-5657-E8560D4C7B73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510B03D6-757E-974A-F06A-3F7AD52EBD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7001087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BD2608-EA42-3A57-01C0-F797DFB375A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6CF235-FE1C-94CF-ACEF-3B507287F34B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E2F1C-73F1-2A7C-5227-2843A8146359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AE5FE2B-1ED0-7217-2B77-D881C21876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0349E65-58FB-7ED7-5FD9-BE9DE8037B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9CF1FE-D81A-1BA0-9FA2-155864121D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02EF4C-646A-E394-3647-EF21411808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0CB816C-3108-3573-1088-3312204036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9EA5879-7C74-7830-897A-B23A41BFA3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D288545-2C9A-3D84-ADCD-AEF8F35E01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13EF8F2-FB67-2D7B-C248-E3B8697078E1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17C3337-9B60-88DD-544A-BD9EA11B7A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E8FDC70-49D1-CC90-1E8F-289B45062B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0BAE0EC-990C-BF05-7BDD-8675759B97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1D5A14C-9166-D080-F6B6-75D38B1A8F4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FA7DA13-FD2D-B2DD-1FC7-A37022264E7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A9DC101-A8B9-C89E-10FF-57BDB3D5101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30D8BA6-16F4-E275-F0D4-CE9DFEEA9B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MIO_LOGOPLACEHOLDER#SMALL" hidden="1">
            <a:extLst>
              <a:ext uri="{FF2B5EF4-FFF2-40B4-BE49-F238E27FC236}">
                <a16:creationId xmlns:a16="http://schemas.microsoft.com/office/drawing/2014/main" id="{2F8FABFA-FD90-6766-A1B1-B349CAAB9EBD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" name="Masterfield: Proprietary &amp; Confidential Option" hidden="1">
            <a:extLst>
              <a:ext uri="{FF2B5EF4-FFF2-40B4-BE49-F238E27FC236}">
                <a16:creationId xmlns:a16="http://schemas.microsoft.com/office/drawing/2014/main" id="{F69A32D3-4926-DB97-C2AD-144F008F4DF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legal disclaimer field" hidden="1">
            <a:extLst>
              <a:ext uri="{FF2B5EF4-FFF2-40B4-BE49-F238E27FC236}">
                <a16:creationId xmlns:a16="http://schemas.microsoft.com/office/drawing/2014/main" id="{1C1D5E9B-ED40-4275-F100-5EA2B81DAF38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4" name="Masterfield: Custom Watermark" hidden="1">
            <a:extLst>
              <a:ext uri="{FF2B5EF4-FFF2-40B4-BE49-F238E27FC236}">
                <a16:creationId xmlns:a16="http://schemas.microsoft.com/office/drawing/2014/main" id="{C7C95D15-77C1-5767-6B12-E63BACCAA5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9" name="Divider">
            <a:extLst>
              <a:ext uri="{FF2B5EF4-FFF2-40B4-BE49-F238E27FC236}">
                <a16:creationId xmlns:a16="http://schemas.microsoft.com/office/drawing/2014/main" id="{CAF3B771-80B5-A3A0-17F7-38B4A43F2D81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4071818" y="1358901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0" name="MIO_Placeholder_Mapping" hidden="1">
            <a:extLst>
              <a:ext uri="{FF2B5EF4-FFF2-40B4-BE49-F238E27FC236}">
                <a16:creationId xmlns:a16="http://schemas.microsoft.com/office/drawing/2014/main" id="{0F653702-F0EE-8E07-7A5A-356F7C4CFC9D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4B45B7-90B9-81B5-5957-68B9882CA04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45C9673-4896-7B01-177E-72D06677182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419086-717B-AA5F-F48C-8EDAE50E605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224C4F-02D1-566B-BD41-DBDEFF1F839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E7E12B-53E2-2DB5-D0A1-5AAB7E3EC94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04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ght Third Light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CE833B-EC9D-61C7-7FAC-B62B2CC2A424}"/>
              </a:ext>
            </a:extLst>
          </p:cNvPr>
          <p:cNvSpPr/>
          <p:nvPr userDrawn="1"/>
        </p:nvSpPr>
        <p:spPr>
          <a:xfrm flipH="1">
            <a:off x="0" y="0"/>
            <a:ext cx="81229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F904-2233-4D89-A29C-B792668B0C5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Content Placeholder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10599" y="1934054"/>
            <a:ext cx="3291840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1934054"/>
            <a:ext cx="3200400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36C8BE-463B-B44D-6325-4B884E70F34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457201"/>
            <a:ext cx="7245239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Content Placeholder Left">
            <a:extLst>
              <a:ext uri="{FF2B5EF4-FFF2-40B4-BE49-F238E27FC236}">
                <a16:creationId xmlns:a16="http://schemas.microsoft.com/office/drawing/2014/main" id="{DA8A403C-0079-BF5C-4585-A7522A7968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934054"/>
            <a:ext cx="3291840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EAF529-551D-DA2B-DA48-0C8C15012A4A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9E350C-B91E-9282-727A-115C6680DED4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48B2D23-74F0-5C0C-0CD3-CB8E1749C3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01A0E5-3A85-C818-5657-E8560D4C7B73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5344DB-479E-68E3-D608-14DC78F27DDA}"/>
              </a:ext>
            </a:extLst>
          </p:cNvPr>
          <p:cNvCxnSpPr>
            <a:cxnSpLocks/>
          </p:cNvCxnSpPr>
          <p:nvPr userDrawn="1"/>
        </p:nvCxnSpPr>
        <p:spPr>
          <a:xfrm>
            <a:off x="4077534" y="1929384"/>
            <a:ext cx="4572" cy="35661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510B03D6-757E-974A-F06A-3F7AD52EBD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7001087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BD2608-EA42-3A57-01C0-F797DFB375A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6CF235-FE1C-94CF-ACEF-3B507287F34B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E2F1C-73F1-2A7C-5227-2843A8146359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AE5FE2B-1ED0-7217-2B77-D881C21876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0349E65-58FB-7ED7-5FD9-BE9DE8037B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9CF1FE-D81A-1BA0-9FA2-155864121D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02EF4C-646A-E394-3647-EF21411808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0CB816C-3108-3573-1088-3312204036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9EA5879-7C74-7830-897A-B23A41BFA3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D288545-2C9A-3D84-ADCD-AEF8F35E01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13EF8F2-FB67-2D7B-C248-E3B8697078E1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17C3337-9B60-88DD-544A-BD9EA11B7A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E8FDC70-49D1-CC90-1E8F-289B45062B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0BAE0EC-990C-BF05-7BDD-8675759B97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1D5A14C-9166-D080-F6B6-75D38B1A8F4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FA7DA13-FD2D-B2DD-1FC7-A37022264E7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A9DC101-A8B9-C89E-10FF-57BDB3D5101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30D8BA6-16F4-E275-F0D4-CE9DFEEA9B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MIO_LOGOPLACEHOLDER#SMALL" hidden="1">
            <a:extLst>
              <a:ext uri="{FF2B5EF4-FFF2-40B4-BE49-F238E27FC236}">
                <a16:creationId xmlns:a16="http://schemas.microsoft.com/office/drawing/2014/main" id="{2F8FABFA-FD90-6766-A1B1-B349CAAB9EBD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" name="Masterfield: Proprietary &amp; Confidential Option" hidden="1">
            <a:extLst>
              <a:ext uri="{FF2B5EF4-FFF2-40B4-BE49-F238E27FC236}">
                <a16:creationId xmlns:a16="http://schemas.microsoft.com/office/drawing/2014/main" id="{F69A32D3-4926-DB97-C2AD-144F008F4DF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legal disclaimer field" hidden="1">
            <a:extLst>
              <a:ext uri="{FF2B5EF4-FFF2-40B4-BE49-F238E27FC236}">
                <a16:creationId xmlns:a16="http://schemas.microsoft.com/office/drawing/2014/main" id="{1C1D5E9B-ED40-4275-F100-5EA2B81DAF38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4" name="Masterfield: Custom Watermark" hidden="1">
            <a:extLst>
              <a:ext uri="{FF2B5EF4-FFF2-40B4-BE49-F238E27FC236}">
                <a16:creationId xmlns:a16="http://schemas.microsoft.com/office/drawing/2014/main" id="{C7C95D15-77C1-5767-6B12-E63BACCAA5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9" name="Takeaway Box">
            <a:extLst>
              <a:ext uri="{FF2B5EF4-FFF2-40B4-BE49-F238E27FC236}">
                <a16:creationId xmlns:a16="http://schemas.microsoft.com/office/drawing/2014/main" id="{70A32322-CBC9-FDA5-D5E8-8DA5CD421F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5" name="Subtitle Placeholder">
            <a:extLst>
              <a:ext uri="{FF2B5EF4-FFF2-40B4-BE49-F238E27FC236}">
                <a16:creationId xmlns:a16="http://schemas.microsoft.com/office/drawing/2014/main" id="{0EF65488-B49D-186F-1484-89A8DB832A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016" y="1371600"/>
            <a:ext cx="7230423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21" name="MIO_Placeholder_Mapping" hidden="1">
            <a:extLst>
              <a:ext uri="{FF2B5EF4-FFF2-40B4-BE49-F238E27FC236}">
                <a16:creationId xmlns:a16="http://schemas.microsoft.com/office/drawing/2014/main" id="{E904F0F8-FF8B-22A2-CAC5-51EED55D5E4E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D29AAF3-E8BC-4FFD-5F83-55641E415FB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9A35496-0B0E-DF5B-F05A-1E46DAD6249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E3134F0-3D08-3449-18CA-989D34C3E7C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4ED3660-1464-4458-2734-8E8165D529E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0D1941-5304-E8AC-49FB-45FD8BBC844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 Split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 flipH="1">
            <a:off x="0" y="0"/>
            <a:ext cx="6095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FE9D-8DDD-44C2-A8B6-B1DFFA67B9CF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2EF56D-448B-4166-04DA-DBE14427FB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58900"/>
            <a:ext cx="5212080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D714E70A-8DDF-5FDC-D6A0-30940EDD99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51953" y="1358900"/>
            <a:ext cx="5182225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1C17309-A562-BE92-4889-FD60E7EC8F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199" y="457200"/>
            <a:ext cx="5180355" cy="667512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AE0FBF-E4CB-50E2-0E1F-E8933C06F92A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9E3D98-68F1-9963-640E-580BA525D1E3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DDC342-3D88-D8F7-630D-830763D84A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FACA88-B346-C204-D867-4887BF79DFCD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E8211A5C-7893-8C4B-1D70-CDE9EFC3F6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521208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967F0-9315-A0E5-CE73-E429E43529B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0DD398-A037-9DA5-04ED-7B70B4F43D47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308215-10B2-05DC-0E75-294A5BB6144A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5A8AF1-BED8-79AE-4330-094E5B0A4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7E5DB7-B5E1-C0A2-4C94-ED1C55BAC5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D64B5DC-BE43-3F31-C8AA-62F6C9F867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89BF29-FF86-C589-4222-D8C8F83B00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F2A259B-5875-2047-0403-1AE96AC12F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49EEA16-BA2C-769B-59E8-6FDDCDE919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829C9DC-DE61-9E60-BD6E-0313B990C4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E0A6915-CBC2-CBAF-19A2-D6FC2B6EA0F2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E37049B-9CC8-2547-EF1C-97E512416CB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23AA80B-ECB5-2EB9-C29C-61D5BE728A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E341055-08A2-3F62-5C66-D5D3127790C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76809D4-CC50-49B9-BC98-D887827B519A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F60446D-1424-CBDB-2917-4FBA17B268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2D75D65-4F62-E86C-75F3-9D28F716C3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1D02AB2-5FFE-8936-002A-F971F5F5FD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MIO_LOGOPLACEHOLDER#SMALL" hidden="1">
            <a:extLst>
              <a:ext uri="{FF2B5EF4-FFF2-40B4-BE49-F238E27FC236}">
                <a16:creationId xmlns:a16="http://schemas.microsoft.com/office/drawing/2014/main" id="{9C2C8F34-1EF1-3526-72EF-0B0ACBB57ED1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" name="Masterfield: Proprietary &amp; Confidential Option" hidden="1">
            <a:extLst>
              <a:ext uri="{FF2B5EF4-FFF2-40B4-BE49-F238E27FC236}">
                <a16:creationId xmlns:a16="http://schemas.microsoft.com/office/drawing/2014/main" id="{27D059F0-1E98-3B70-DE45-52EE4D5938FA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1" name="Masterfield: Custom legal disclaimer field" hidden="1">
            <a:extLst>
              <a:ext uri="{FF2B5EF4-FFF2-40B4-BE49-F238E27FC236}">
                <a16:creationId xmlns:a16="http://schemas.microsoft.com/office/drawing/2014/main" id="{24BB8050-7828-6273-A2BD-9A6EFA57361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4AACA4BD-B72E-D235-7F8F-F78D8F1DC8A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7" name="MIO_Placeholder_Mapping" hidden="1">
            <a:extLst>
              <a:ext uri="{FF2B5EF4-FFF2-40B4-BE49-F238E27FC236}">
                <a16:creationId xmlns:a16="http://schemas.microsoft.com/office/drawing/2014/main" id="{D3C53880-51ED-9B3D-AB6E-5F84949B55D0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7F9D23-E966-7241-A403-EE5097B1A37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66B259-BDB5-EBA2-3F16-67423E18485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67E5AF-65FB-FB24-8987-8C81C199926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20880D8-185C-CF6F-743B-110E26ECFBC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FDDBE11-5E83-345F-109D-BF274FEF77E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1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 Split Light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 flipH="1">
            <a:off x="0" y="0"/>
            <a:ext cx="6095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FE9D-8DDD-44C2-A8B6-B1DFFA67B9CF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2EF56D-448B-4166-04DA-DBE14427FB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932709"/>
            <a:ext cx="5187082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D714E70A-8DDF-5FDC-D6A0-30940EDD99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64163" y="1932709"/>
            <a:ext cx="5170015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1C17309-A562-BE92-4889-FD60E7EC8F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199" y="457200"/>
            <a:ext cx="5187083" cy="667512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AE0FBF-E4CB-50E2-0E1F-E8933C06F92A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9E3D98-68F1-9963-640E-580BA525D1E3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DDC342-3D88-D8F7-630D-830763D84A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FACA88-B346-C204-D867-4887BF79DFCD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E8211A5C-7893-8C4B-1D70-CDE9EFC3F6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4800598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967F0-9315-A0E5-CE73-E429E43529B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0DD398-A037-9DA5-04ED-7B70B4F43D47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308215-10B2-05DC-0E75-294A5BB6144A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5A8AF1-BED8-79AE-4330-094E5B0A4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7E5DB7-B5E1-C0A2-4C94-ED1C55BAC5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D64B5DC-BE43-3F31-C8AA-62F6C9F867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89BF29-FF86-C589-4222-D8C8F83B00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F2A259B-5875-2047-0403-1AE96AC12F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49EEA16-BA2C-769B-59E8-6FDDCDE919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829C9DC-DE61-9E60-BD6E-0313B990C4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E0A6915-CBC2-CBAF-19A2-D6FC2B6EA0F2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E37049B-9CC8-2547-EF1C-97E512416CB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23AA80B-ECB5-2EB9-C29C-61D5BE728A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E341055-08A2-3F62-5C66-D5D3127790C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76809D4-CC50-49B9-BC98-D887827B519A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F60446D-1424-CBDB-2917-4FBA17B268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2D75D65-4F62-E86C-75F3-9D28F716C3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1D02AB2-5FFE-8936-002A-F971F5F5FD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MIO_LOGOPLACEHOLDER#SMALL" hidden="1">
            <a:extLst>
              <a:ext uri="{FF2B5EF4-FFF2-40B4-BE49-F238E27FC236}">
                <a16:creationId xmlns:a16="http://schemas.microsoft.com/office/drawing/2014/main" id="{9C2C8F34-1EF1-3526-72EF-0B0ACBB57ED1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" name="Masterfield: Proprietary &amp; Confidential Option" hidden="1">
            <a:extLst>
              <a:ext uri="{FF2B5EF4-FFF2-40B4-BE49-F238E27FC236}">
                <a16:creationId xmlns:a16="http://schemas.microsoft.com/office/drawing/2014/main" id="{27D059F0-1E98-3B70-DE45-52EE4D5938FA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1" name="Masterfield: Custom legal disclaimer field" hidden="1">
            <a:extLst>
              <a:ext uri="{FF2B5EF4-FFF2-40B4-BE49-F238E27FC236}">
                <a16:creationId xmlns:a16="http://schemas.microsoft.com/office/drawing/2014/main" id="{24BB8050-7828-6273-A2BD-9A6EFA57361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4AACA4BD-B72E-D235-7F8F-F78D8F1DC8A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5EDC1273-0095-44AF-EAF1-BFDFFB9545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99" y="1371600"/>
            <a:ext cx="5178709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42" name="Takeaway Box">
            <a:extLst>
              <a:ext uri="{FF2B5EF4-FFF2-40B4-BE49-F238E27FC236}">
                <a16:creationId xmlns:a16="http://schemas.microsoft.com/office/drawing/2014/main" id="{76815D53-51B8-24B2-8BC7-1F0CC6E07F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7BD4B24A-670E-FCA6-A075-90107415A8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9815" y="1371600"/>
            <a:ext cx="5178709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43" name="MIO_Placeholder_Mapping" hidden="1">
            <a:extLst>
              <a:ext uri="{FF2B5EF4-FFF2-40B4-BE49-F238E27FC236}">
                <a16:creationId xmlns:a16="http://schemas.microsoft.com/office/drawing/2014/main" id="{57FD0788-1E32-3092-40C1-2EE7503E11DC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7718FD-62D9-3167-90F8-C78B52E3D51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1F12DFD-C417-804D-3E2F-348CCCE0825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5507E7-3761-6972-E54E-7EE0C7B96D7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F7F1FB-11CE-0D83-2F8B-078677F2F97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9F372E7-6FB7-8A2E-E8BD-ACB18C9869F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95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Third 2 Column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 flipH="1">
            <a:off x="9145" y="0"/>
            <a:ext cx="404469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1" y="457200"/>
            <a:ext cx="3081454" cy="2971799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811C-9B40-4C58-A7BB-09E29398C7E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05A2D-4F97-DE24-5475-35BB4818923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SHFIT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DCE966-B2AC-4765-992B-DFCA23798C0D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CE6E72-40D7-1B52-1521-0E195AE2A3E4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4ABBECF-6AF0-BEF9-02AF-D63A8B87B3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105B3A-589B-3A40-4B1B-F34CD853BD37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69A97C61-4C24-C0CC-337E-F02770A496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3081454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FFCB8-A9C8-A45D-B9D7-682E57B6B1B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8185F7-E3FB-5945-F8C5-AC890C271C54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12A0D7-BF9C-9E77-074B-BAA23E33169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4C35FB-A4F2-A8F2-4117-09F560599C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9DFAB00-A77B-D7C6-86F9-F5A9F29B2B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FB5BFC-6130-1429-1AF9-D0C4DDF51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E014E50-0B73-BB43-37EF-4276E73786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81EC2E8-EB34-9259-CD26-899955A6CC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50AC6A5-B4BC-348E-1AB3-D2CBB27F77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24F5BD0-ED4C-37E5-A82F-FA2988F00A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E5F014-0718-E2A0-1E92-73CA7BF9B69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5839557-6D8D-03A9-AFF2-8C3E5F90A71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FA7D6FC-823B-4B90-8821-BBA767ECF4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E4B0515-FFD0-9B76-C083-166999B098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0D8B085-7277-2905-BBE2-76665D8C718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2802254-C8F6-39E0-6067-72B77E9ABD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481F3E3-0086-971A-23A1-B3D9D7E3D1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E66B8E1-C530-55F4-C967-3242472E3D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MIO_LOGOPLACEHOLDER#SMALL" hidden="1">
            <a:extLst>
              <a:ext uri="{FF2B5EF4-FFF2-40B4-BE49-F238E27FC236}">
                <a16:creationId xmlns:a16="http://schemas.microsoft.com/office/drawing/2014/main" id="{DA09C84B-CB2C-AA8C-D003-19D0F63C2B2F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7" name="Masterfield: Proprietary &amp; Confidential Option" hidden="1">
            <a:extLst>
              <a:ext uri="{FF2B5EF4-FFF2-40B4-BE49-F238E27FC236}">
                <a16:creationId xmlns:a16="http://schemas.microsoft.com/office/drawing/2014/main" id="{A95B32D6-0429-6E6A-41D3-956D718BBA0C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8" name="Masterfield: Custom legal disclaimer field" hidden="1">
            <a:extLst>
              <a:ext uri="{FF2B5EF4-FFF2-40B4-BE49-F238E27FC236}">
                <a16:creationId xmlns:a16="http://schemas.microsoft.com/office/drawing/2014/main" id="{696457E5-5573-B2F9-F538-8D752B9CDC5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3" name="Masterfield: Custom Watermark" hidden="1">
            <a:extLst>
              <a:ext uri="{FF2B5EF4-FFF2-40B4-BE49-F238E27FC236}">
                <a16:creationId xmlns:a16="http://schemas.microsoft.com/office/drawing/2014/main" id="{4F120442-3257-6545-3346-C6DBCD322CE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20" name="Content Placeholder Left">
            <a:extLst>
              <a:ext uri="{FF2B5EF4-FFF2-40B4-BE49-F238E27FC236}">
                <a16:creationId xmlns:a16="http://schemas.microsoft.com/office/drawing/2014/main" id="{8C75D2B1-0F18-9689-683A-22D6E44B30D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16210" y="1357575"/>
            <a:ext cx="3376861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Content Placeholder Right">
            <a:extLst>
              <a:ext uri="{FF2B5EF4-FFF2-40B4-BE49-F238E27FC236}">
                <a16:creationId xmlns:a16="http://schemas.microsoft.com/office/drawing/2014/main" id="{2C7CA64A-40E9-DE29-2B48-A03F14BF144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50271" y="1358900"/>
            <a:ext cx="3374136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27AB5061-5D8E-EDEC-5831-AC1844DD81F4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8117099" y="1357575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FB0AF4-CB78-D3E8-2976-45857FFA0EF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7C61C8E-492C-B9A1-6808-0016E3D38F5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A06AA7C-1F39-C4C3-D29F-6615A98DB31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670824-37A8-A32F-C87D-C80EBA48CA8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CE2903-3951-283E-466C-2573FD55C8E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05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Third 2 Column Light w/ Title and Takeaw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 flipH="1">
            <a:off x="9145" y="0"/>
            <a:ext cx="404469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1" y="457200"/>
            <a:ext cx="3081454" cy="2971799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811C-9B40-4C58-A7BB-09E29398C7E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Content Placeholder Left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16210" y="1907741"/>
            <a:ext cx="3376861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50271" y="1907740"/>
            <a:ext cx="3374136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05A2D-4F97-DE24-5475-35BB4818923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SHFIT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DCE966-B2AC-4765-992B-DFCA23798C0D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CE6E72-40D7-1B52-1521-0E195AE2A3E4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4ABBECF-6AF0-BEF9-02AF-D63A8B87B3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105B3A-589B-3A40-4B1B-F34CD853BD37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69A97C61-4C24-C0CC-337E-F02770A496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3081454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FFCB8-A9C8-A45D-B9D7-682E57B6B1B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8185F7-E3FB-5945-F8C5-AC890C271C54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12A0D7-BF9C-9E77-074B-BAA23E33169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4C35FB-A4F2-A8F2-4117-09F560599C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9DFAB00-A77B-D7C6-86F9-F5A9F29B2B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FB5BFC-6130-1429-1AF9-D0C4DDF51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E014E50-0B73-BB43-37EF-4276E73786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81EC2E8-EB34-9259-CD26-899955A6CC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50AC6A5-B4BC-348E-1AB3-D2CBB27F77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24F5BD0-ED4C-37E5-A82F-FA2988F00A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E5F014-0718-E2A0-1E92-73CA7BF9B69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5839557-6D8D-03A9-AFF2-8C3E5F90A71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FA7D6FC-823B-4B90-8821-BBA767ECF4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E4B0515-FFD0-9B76-C083-166999B098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0D8B085-7277-2905-BBE2-76665D8C718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2802254-C8F6-39E0-6067-72B77E9ABD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481F3E3-0086-971A-23A1-B3D9D7E3D1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E66B8E1-C530-55F4-C967-3242472E3D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MIO_LOGOPLACEHOLDER#SMALL" hidden="1">
            <a:extLst>
              <a:ext uri="{FF2B5EF4-FFF2-40B4-BE49-F238E27FC236}">
                <a16:creationId xmlns:a16="http://schemas.microsoft.com/office/drawing/2014/main" id="{DA09C84B-CB2C-AA8C-D003-19D0F63C2B2F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7" name="Masterfield: Proprietary &amp; Confidential Option" hidden="1">
            <a:extLst>
              <a:ext uri="{FF2B5EF4-FFF2-40B4-BE49-F238E27FC236}">
                <a16:creationId xmlns:a16="http://schemas.microsoft.com/office/drawing/2014/main" id="{A95B32D6-0429-6E6A-41D3-956D718BBA0C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8" name="Masterfield: Custom legal disclaimer field" hidden="1">
            <a:extLst>
              <a:ext uri="{FF2B5EF4-FFF2-40B4-BE49-F238E27FC236}">
                <a16:creationId xmlns:a16="http://schemas.microsoft.com/office/drawing/2014/main" id="{696457E5-5573-B2F9-F538-8D752B9CDC5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3" name="Masterfield: Custom Watermark" hidden="1">
            <a:extLst>
              <a:ext uri="{FF2B5EF4-FFF2-40B4-BE49-F238E27FC236}">
                <a16:creationId xmlns:a16="http://schemas.microsoft.com/office/drawing/2014/main" id="{4F120442-3257-6545-3346-C6DBCD322CE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20" name="Takeaway Box">
            <a:extLst>
              <a:ext uri="{FF2B5EF4-FFF2-40B4-BE49-F238E27FC236}">
                <a16:creationId xmlns:a16="http://schemas.microsoft.com/office/drawing/2014/main" id="{19F8407C-0D96-3A6E-12BE-CE0C3E556A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4A00A531-3ADF-89F9-D7B4-8A2293349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09459" y="1356358"/>
            <a:ext cx="6844341" cy="433475"/>
          </a:xfrm>
        </p:spPr>
        <p:txBody>
          <a:bodyPr/>
          <a:lstStyle>
            <a:lvl1pPr marL="0" indent="0">
              <a:buNone/>
              <a:defRPr sz="16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45" name="Divider">
            <a:extLst>
              <a:ext uri="{FF2B5EF4-FFF2-40B4-BE49-F238E27FC236}">
                <a16:creationId xmlns:a16="http://schemas.microsoft.com/office/drawing/2014/main" id="{26CD48BA-753A-B2D9-A1EE-EC0D8F29282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8117099" y="1907740"/>
            <a:ext cx="9144" cy="35661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F9C8FD-A312-6398-38CA-928BB013215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3EFF4C8-BF78-4219-133A-A3CA89A506E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C72AA2-9B62-4D5D-3236-00CC3D81F1D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8BE3761-E88C-D119-B18A-873C789B1CA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DFFC59-DCE7-9901-18E1-4101E3077AF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35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~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Blank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83CBD-83F5-2BEA-DA6A-57CB63CD00D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16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7CDE3-5752-751F-B123-20B9DA44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229E1-7C9F-4CD3-AACD-326FB9BE2716}" type="datetime1">
              <a:rPr lang="en-US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36B5F6-3935-285A-17BD-E7878434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EB638-0F74-C1DE-1E84-EF4A71E3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9CC0EA-F6F6-A39B-F535-22A1BC0575E6}"/>
              </a:ext>
            </a:extLst>
          </p:cNvPr>
          <p:cNvGrpSpPr/>
          <p:nvPr userDrawn="1"/>
        </p:nvGrpSpPr>
        <p:grpSpPr>
          <a:xfrm>
            <a:off x="12303822" y="0"/>
            <a:ext cx="2040828" cy="2775568"/>
            <a:chOff x="12303822" y="3625233"/>
            <a:chExt cx="2040828" cy="27755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DCD9D8-6099-1035-80BC-3B62FBB05957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white-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3D91EB-0FE5-6132-9335-1229DFC116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266BCD-57A2-6236-A653-FBA5FBD826A6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0A9C27-D41F-F55F-AD1F-B5EE21BE2807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D05C8FE-4768-A40B-58EF-72A56EE709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894F06-0A13-4FEA-E017-F03E7E365B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604A34C-DA0C-B22A-FB7F-C61421CD81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385A2EF-515C-376F-A577-4BB528FC7F9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50E1632-50B6-258A-A181-6D70A99372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5463999-12EB-13EA-4AC6-C9C02F8C6E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7473EEB-E62B-7874-7A6A-3031CFBAF4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38AABD9-E5F9-26ED-A0B6-7E66827E2412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6AE9BCC-897A-52FC-753F-655568F5EAC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780A072-B5AE-731C-F2B5-7FABE1B810F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195A66C-5C9B-96F1-5A29-B68A17E472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C2EEDBB-1E36-21FD-1082-EC5B58D81682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2090B4F-6143-2482-FA36-620D7DB555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ACE3F86-0071-3ACB-6CD3-0141BF762C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C5D9F0E-E71F-2C66-2609-F96AD2D10B1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MIO_LOGOPLACEHOLDER#SMALL" hidden="1">
            <a:extLst>
              <a:ext uri="{FF2B5EF4-FFF2-40B4-BE49-F238E27FC236}">
                <a16:creationId xmlns:a16="http://schemas.microsoft.com/office/drawing/2014/main" id="{4F2CC4A0-6709-39A2-D829-E6A0DA555FE5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6" name="Masterfield: Proprietary &amp; Confidential Option" hidden="1">
            <a:extLst>
              <a:ext uri="{FF2B5EF4-FFF2-40B4-BE49-F238E27FC236}">
                <a16:creationId xmlns:a16="http://schemas.microsoft.com/office/drawing/2014/main" id="{EECFB911-8CA8-617E-8EA4-B39043D9E4D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1" name="Masterfield: Custom legal disclaimer field" hidden="1">
            <a:extLst>
              <a:ext uri="{FF2B5EF4-FFF2-40B4-BE49-F238E27FC236}">
                <a16:creationId xmlns:a16="http://schemas.microsoft.com/office/drawing/2014/main" id="{2C18BD16-EC5A-6AEA-E1B5-118D78F16395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DE8A0E5C-7395-868E-0322-2DD57C87C11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3" name="MIO_Placeholder_Mapping" hidden="1">
            <a:extLst>
              <a:ext uri="{FF2B5EF4-FFF2-40B4-BE49-F238E27FC236}">
                <a16:creationId xmlns:a16="http://schemas.microsoft.com/office/drawing/2014/main" id="{8531D269-944B-E244-A769-935C484543C9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1AE1E8-9D00-DD30-38D9-49A5AAD1684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4CC00C-08FE-561A-24CE-C0E5AE99A63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FF9E8D-6FE9-ECAC-9F5F-BD2F31B0302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60B8DB-14B7-5354-5971-ADED7B0ADBF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66A1AC-6D83-3782-A4E4-4AEE9B4BAC7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4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~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Flow</a:t>
            </a:r>
            <a:br>
              <a:rPr lang="en-US" sz="13800" b="1" dirty="0">
                <a:solidFill>
                  <a:schemeClr val="bg1"/>
                </a:solidFill>
              </a:rPr>
            </a:br>
            <a:r>
              <a:rPr lang="en-US" sz="13800" b="1" dirty="0">
                <a:solidFill>
                  <a:schemeClr val="bg1"/>
                </a:solidFill>
              </a:rPr>
              <a:t> Columns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1A89B8-86BD-DCC1-7836-C4B2C7AD1889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F68D4-DFC8-B84E-835D-FF88106967A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260930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low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DDA4-AA36-E2F3-E11A-F4E77951A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76D83-B8FC-1286-D2C6-BB8D0C9B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D6A89-4499-45CB-880C-9EB4E2C5B347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4AAD4-1278-6706-310B-AECD7746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21B2B-B288-C0B7-BFBE-9C137458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20F696-6052-4413-2B68-61D35594B4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11277600" cy="4782312"/>
          </a:xfrm>
        </p:spPr>
        <p:txBody>
          <a:bodyPr numCol="2" spcCol="4572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137160" marR="0" lvl="0" indent="-13716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text, remove bullet / bold if needed, use Enter + Tab to insert Second Level bullet. The text will flow automatically into three columns.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D6BBF9-2F70-B0BB-530E-820E0F782EC6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B80130-F73C-0D09-7E34-4336C7E3AEBF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3C02B59-8577-EC84-F54C-7D3A493B2F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B11567-829E-74AA-5C93-97B9E47239EA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Source Placeholder">
            <a:extLst>
              <a:ext uri="{FF2B5EF4-FFF2-40B4-BE49-F238E27FC236}">
                <a16:creationId xmlns:a16="http://schemas.microsoft.com/office/drawing/2014/main" id="{13758292-0F40-5DC9-923D-FAA5D0535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2" name="MIO_Placeholder_Mapping" hidden="1">
            <a:extLst>
              <a:ext uri="{FF2B5EF4-FFF2-40B4-BE49-F238E27FC236}">
                <a16:creationId xmlns:a16="http://schemas.microsoft.com/office/drawing/2014/main" id="{79AF1A16-967F-6BF3-3D34-1BF929EDE4F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85875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low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DDA4-AA36-E2F3-E11A-F4E77951A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76D83-B8FC-1286-D2C6-BB8D0C9B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D4BD-E862-4258-BBD7-CEE2C61B65C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4AAD4-1278-6706-310B-AECD7746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21B2B-B288-C0B7-BFBE-9C137458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20F696-6052-4413-2B68-61D35594B4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11277600" cy="4782312"/>
          </a:xfrm>
        </p:spPr>
        <p:txBody>
          <a:bodyPr numCol="3" spcCol="4572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137160" marR="0" lvl="0" indent="-13716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text, remove bullet / bold if needed, use Enter + Tab to insert Second Level bullet. The text will flow automatically into three columns.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85752B-D083-1ABB-75DA-5726AC9EA5A8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7F36C9-C2C5-7D5C-7AD4-7E6D8D3EA0C1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0CAB17-F2DA-B78F-3C41-8DF98AF957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E5664F-FADC-55B8-5CF0-E56442BA0E01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Source Placeholder">
            <a:extLst>
              <a:ext uri="{FF2B5EF4-FFF2-40B4-BE49-F238E27FC236}">
                <a16:creationId xmlns:a16="http://schemas.microsoft.com/office/drawing/2014/main" id="{9CA93540-56D7-4498-E8BD-E48D2F5FEF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</p:spTree>
    <p:extLst>
      <p:ext uri="{BB962C8B-B14F-4D97-AF65-F5344CB8AC3E}">
        <p14:creationId xmlns:p14="http://schemas.microsoft.com/office/powerpoint/2010/main" val="43025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low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DDA4-AA36-E2F3-E11A-F4E77951A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76D83-B8FC-1286-D2C6-BB8D0C9B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9888F-F564-4136-B5DF-885C96F30D4C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4AAD4-1278-6706-310B-AECD7746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21B2B-B288-C0B7-BFBE-9C137458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20F696-6052-4413-2B68-61D35594B4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11277600" cy="4782312"/>
          </a:xfrm>
        </p:spPr>
        <p:txBody>
          <a:bodyPr numCol="4" spcCol="457200"/>
          <a:lstStyle>
            <a:lvl1pPr>
              <a:defRPr/>
            </a:lvl1pPr>
          </a:lstStyle>
          <a:p>
            <a:pPr lvl="0"/>
            <a:r>
              <a:rPr lang="en-US" dirty="0"/>
              <a:t>Click to add text, remove bullet / bold if needed, use Enter + Tab to insert Second Level bullet. The text will flow automatically into three columns.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CEF99-7BCF-2221-83AE-36269BCC8705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CB65B5-355A-33D0-BA8C-1C2757C92C4F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9D52770-5BFC-D987-9784-2D7EE95A12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F5B9D8-6AE3-682B-AD46-EA36F01FAAE9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330F4C8A-A515-58A7-6439-7E8A687D4F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</p:spTree>
    <p:extLst>
      <p:ext uri="{BB962C8B-B14F-4D97-AF65-F5344CB8AC3E}">
        <p14:creationId xmlns:p14="http://schemas.microsoft.com/office/powerpoint/2010/main" val="155796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3460A4-CCE5-ACFB-BE13-8E65E56336F2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3A35C-90D3-15AE-5110-6B745EBB275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178904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7E4E-C1C6-4229-9278-FD57461B69B2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8640" y="1600200"/>
            <a:ext cx="7376159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FB32E9-F1DC-128E-048A-94F1EA208E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3474720" cy="4782312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CA6E0746-8A1F-98D4-5F00-E604D0892C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MIO_Placeholder_Mapping" hidden="1">
            <a:extLst>
              <a:ext uri="{FF2B5EF4-FFF2-40B4-BE49-F238E27FC236}">
                <a16:creationId xmlns:a16="http://schemas.microsoft.com/office/drawing/2014/main" id="{F00C4960-6986-8B51-0D59-71BED815E81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252399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193-7B63-4B65-9605-392D01F1F183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8641" y="1600200"/>
            <a:ext cx="34747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FB32E9-F1DC-128E-048A-94F1EA208E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3474720" cy="4782312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D96DDE70-239A-671D-C7AA-2EA4E86500C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60082" y="1600200"/>
            <a:ext cx="34747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DB7CAB0D-A22A-1007-32F3-AF27B4EA4BB5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8044630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B8A759B2-6531-7CDD-A7CF-2372479D76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1" name="MIO_Placeholder_Mapping" hidden="1">
            <a:extLst>
              <a:ext uri="{FF2B5EF4-FFF2-40B4-BE49-F238E27FC236}">
                <a16:creationId xmlns:a16="http://schemas.microsoft.com/office/drawing/2014/main" id="{E4608036-B33B-5FFE-B6B6-E98B9BFB1C5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246875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726C7-73EF-4BD9-AEDA-6DBC9DB0F5EB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Righ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8641" y="1600200"/>
            <a:ext cx="21666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Middl4e">
            <a:extLst>
              <a:ext uri="{FF2B5EF4-FFF2-40B4-BE49-F238E27FC236}">
                <a16:creationId xmlns:a16="http://schemas.microsoft.com/office/drawing/2014/main" id="{D96DDE70-239A-671D-C7AA-2EA4E86500C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963411" y="1618488"/>
            <a:ext cx="21666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FB32E9-F1DC-128E-048A-94F1EA208E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3474720" cy="4782312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Right">
            <a:extLst>
              <a:ext uri="{FF2B5EF4-FFF2-40B4-BE49-F238E27FC236}">
                <a16:creationId xmlns:a16="http://schemas.microsoft.com/office/drawing/2014/main" id="{E3F88B28-405B-E2DC-ED64-770FFF9DB58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568180" y="1600200"/>
            <a:ext cx="21666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891D20C5-9448-FC3D-96C5-B77696410807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9344534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2" name="Divider">
            <a:extLst>
              <a:ext uri="{FF2B5EF4-FFF2-40B4-BE49-F238E27FC236}">
                <a16:creationId xmlns:a16="http://schemas.microsoft.com/office/drawing/2014/main" id="{9AE8A628-6FE5-8494-7DD9-DE617C5D9108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6739764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F503EC66-D55B-55CA-ACAD-4E34F9BF43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</p:spTree>
    <p:extLst>
      <p:ext uri="{BB962C8B-B14F-4D97-AF65-F5344CB8AC3E}">
        <p14:creationId xmlns:p14="http://schemas.microsoft.com/office/powerpoint/2010/main" val="223368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de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8DE7-9E6A-415F-B0BE-45A0F2D9F751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00344" y="1600200"/>
            <a:ext cx="5934456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FB32E9-F1DC-128E-048A-94F1EA208E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4846320" cy="4782312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20B2FDF4-9785-D01A-A963-82D33914FD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</p:spTree>
    <p:extLst>
      <p:ext uri="{BB962C8B-B14F-4D97-AF65-F5344CB8AC3E}">
        <p14:creationId xmlns:p14="http://schemas.microsoft.com/office/powerpoint/2010/main" val="303975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de 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4717-AFA6-41F9-88FC-C9E3E94F6E13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00344" y="1600200"/>
            <a:ext cx="274320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3FB32E9-F1DC-128E-048A-94F1EA208E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4846320" cy="4782312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0A1537B2-EB85-1A7A-AA99-8901BCA9180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91600" y="1600200"/>
            <a:ext cx="274320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7F66E2C1-0CBF-7731-1134-B395D30CE7C7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8763000" y="1600200"/>
            <a:ext cx="9144" cy="47823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8BABD873-953D-6306-E53F-AFFA1BF62E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</p:spTree>
    <p:extLst>
      <p:ext uri="{BB962C8B-B14F-4D97-AF65-F5344CB8AC3E}">
        <p14:creationId xmlns:p14="http://schemas.microsoft.com/office/powerpoint/2010/main" val="31467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Spli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35B9-231D-4AF5-9CDE-9B269AE08B25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2EF56D-448B-4166-04DA-DBE14427FB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58900"/>
            <a:ext cx="5181600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1C17309-A562-BE92-4889-FD60E7EC8F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457200"/>
            <a:ext cx="5181600" cy="667512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2" name="Source Placeholder">
            <a:extLst>
              <a:ext uri="{FF2B5EF4-FFF2-40B4-BE49-F238E27FC236}">
                <a16:creationId xmlns:a16="http://schemas.microsoft.com/office/drawing/2014/main" id="{767F56DB-CBC6-3DD6-C73F-F70D844CB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4800598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1EDA29-56A2-3AA7-EAC4-6BEF36D40B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8" cy="6858000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MIO_Placeholder_Mapping" hidden="1">
            <a:extLst>
              <a:ext uri="{FF2B5EF4-FFF2-40B4-BE49-F238E27FC236}">
                <a16:creationId xmlns:a16="http://schemas.microsoft.com/office/drawing/2014/main" id="{58A9A7DE-A261-F731-007F-7004865F20A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24455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th Thir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2405-A838-4741-BBFA-8411B2D79ACF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36C8BE-463B-B44D-6325-4B884E70F34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199" y="457201"/>
            <a:ext cx="7208519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CBA6BDEE-FB1E-325B-3303-FFE5390E34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02664" y="1358899"/>
            <a:ext cx="3374136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Left">
            <a:extLst>
              <a:ext uri="{FF2B5EF4-FFF2-40B4-BE49-F238E27FC236}">
                <a16:creationId xmlns:a16="http://schemas.microsoft.com/office/drawing/2014/main" id="{6DFB0D66-1A53-98D7-962B-86DA974F3E8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58900"/>
            <a:ext cx="3374136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58CAD3BF-6BF8-8DFE-A213-0E6A878E379A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4064509" y="1362456"/>
            <a:ext cx="9144" cy="503834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2" name="Source Placeholder">
            <a:extLst>
              <a:ext uri="{FF2B5EF4-FFF2-40B4-BE49-F238E27FC236}">
                <a16:creationId xmlns:a16="http://schemas.microsoft.com/office/drawing/2014/main" id="{F2BE7172-D3DE-CA7C-B608-884A14A78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7001086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5D4DC2-8E42-62E5-698F-6CFBF8CA4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920" y="0"/>
            <a:ext cx="4069080" cy="6858000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4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hird Imag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5D4DC2-8E42-62E5-698F-6CFBF8CA4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69080" cy="6858000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56ECE-70C5-43AA-A38D-CE7EE5F0E67E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Content Placeholder Left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42367" y="1366053"/>
            <a:ext cx="3375659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60664" y="1366053"/>
            <a:ext cx="3374136" cy="5034747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36C8BE-463B-B44D-6325-4B884E70F34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457200"/>
            <a:ext cx="3170767" cy="1447799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0D707073-6FDD-AA35-5421-813CAFD714F9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8146462" y="1371600"/>
            <a:ext cx="9144" cy="503834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" name="Source Placeholder">
            <a:extLst>
              <a:ext uri="{FF2B5EF4-FFF2-40B4-BE49-F238E27FC236}">
                <a16:creationId xmlns:a16="http://schemas.microsoft.com/office/drawing/2014/main" id="{4CDD4383-1A6C-7270-1A56-E18729BE64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692" y="6548444"/>
            <a:ext cx="4721628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0" name="Masterfield: Proprietary &amp; Confidential Option" hidden="1">
            <a:extLst>
              <a:ext uri="{FF2B5EF4-FFF2-40B4-BE49-F238E27FC236}">
                <a16:creationId xmlns:a16="http://schemas.microsoft.com/office/drawing/2014/main" id="{B71EAE4A-3D9A-7225-790B-ADAC3C2F51A5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342671B3-8DF6-5D63-31B7-3157602C6D8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68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EB2784A-79EC-AC32-D75C-F33825488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206A9-EB45-D785-37CD-00622FFA5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365338"/>
            <a:ext cx="12192000" cy="5492662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31E2103-930A-32CD-2CC3-03FA9FFB100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833792"/>
            <a:ext cx="11277600" cy="466344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5A3FB-EB34-D323-CAF2-62F56D5B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90BE8-8CC2-4944-8E84-E292AE04DBCD}" type="datetime1">
              <a:rPr lang="en-US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17E7B-669D-689C-C459-1092F520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56CC-1CEF-3EC5-D8BF-21CFC2F9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2" name="Source Placeholder">
            <a:extLst>
              <a:ext uri="{FF2B5EF4-FFF2-40B4-BE49-F238E27FC236}">
                <a16:creationId xmlns:a16="http://schemas.microsoft.com/office/drawing/2014/main" id="{812BE1D6-2BCD-4C33-AD78-612207314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MIO_Placeholder_Mapping" hidden="1">
            <a:extLst>
              <a:ext uri="{FF2B5EF4-FFF2-40B4-BE49-F238E27FC236}">
                <a16:creationId xmlns:a16="http://schemas.microsoft.com/office/drawing/2014/main" id="{DEA28D9B-7A9F-5500-3B92-784217AD2C1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263499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~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Quotes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17C8E-A84D-03E1-8219-8972B14FF602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78357-5094-C006-1AC5-5DEC8E43406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108351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FBEA-1076-3106-8F3F-2D10F17D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9BE7-CC09-4FC2-AD51-3447027278B7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2B11B-9CB3-0428-96DF-19D21B4C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F6AAF-87D7-9EB3-7DFB-C23066D6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F88EE743-0250-17B5-B4F0-AFB01BEECEC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838200" y="1358900"/>
            <a:ext cx="10515600" cy="4155440"/>
          </a:xfr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large text here.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1BC7FC-96C9-D801-0E25-5209F1101F8A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FB21A0-0453-EA81-B685-3034DC53D5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4A30134-44D6-78B2-5CF1-4E77CA3E8D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38B283-374A-6D0F-FDC3-EBB2862547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3528D6-C607-BC57-18C9-5B008B1AB1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AEECD5-9DB1-08C6-0F2E-D4A5BA6B06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F99F36-2982-C905-5573-C4E6555019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E0D6E9-97BE-00A7-94CE-299A79DAEC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F5861F3-CA9C-34B2-BB86-A0AFC2D89C97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C4D693A-8C7D-FC19-44AE-29E48CCDA47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FD7957D-5D92-F25D-27EB-981A7D2AA1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72F9230-4406-5EDA-3C94-2F9A256FA3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7387D15-125C-4324-6F96-2A8B0B24D42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6BFD838-BD7C-E485-8FC1-E5B1C80E632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C29FE53-0441-F00D-9B1E-35AAC6F3AD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96863C4-1E52-13F2-8C92-0829FF94C1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B8AAEA1-9286-A242-418B-B6CA86C1B8C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7" name="MIO_LOGOPLACEHOLDER#SMALL" hidden="1">
            <a:extLst>
              <a:ext uri="{FF2B5EF4-FFF2-40B4-BE49-F238E27FC236}">
                <a16:creationId xmlns:a16="http://schemas.microsoft.com/office/drawing/2014/main" id="{B9647B0A-6C39-2CCD-A8EA-DD5125D81115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97AD65F1-9CB0-674C-2BB1-D3D29B6B953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9" name="Masterfield: Custom legal disclaimer field" hidden="1">
            <a:extLst>
              <a:ext uri="{FF2B5EF4-FFF2-40B4-BE49-F238E27FC236}">
                <a16:creationId xmlns:a16="http://schemas.microsoft.com/office/drawing/2014/main" id="{907BC50A-8DF9-41E8-7170-BA61F94B6E29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0" name="Masterfield: Custom Watermark" hidden="1">
            <a:extLst>
              <a:ext uri="{FF2B5EF4-FFF2-40B4-BE49-F238E27FC236}">
                <a16:creationId xmlns:a16="http://schemas.microsoft.com/office/drawing/2014/main" id="{599AAD05-382A-2B07-4B51-8738B1D4EF4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1" name="MIO_Placeholder_Mapping" hidden="1">
            <a:extLst>
              <a:ext uri="{FF2B5EF4-FFF2-40B4-BE49-F238E27FC236}">
                <a16:creationId xmlns:a16="http://schemas.microsoft.com/office/drawing/2014/main" id="{DD9F823E-84A4-646A-9B23-7A250DA2BED4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27AB9C-DFF6-7C16-6209-3CBF0944904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166427D-0DE1-7693-AA7A-801407AFD7F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F404A86-8761-848B-5415-7C21E2258F3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FC53A8-2D53-BD14-EFBA-F455AAECFB7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AB3908-3438-54A1-96CB-C5DD2DD2D73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389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Topic Mark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FBEA-1076-3106-8F3F-2D10F17D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0938-57D1-476C-AD0B-6C3B15C9A4C3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2B11B-9CB3-0428-96DF-19D21B4C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F6AAF-87D7-9EB3-7DFB-C23066D6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F88EE743-0250-17B5-B4F0-AFB01BEECEC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838200" y="1816100"/>
            <a:ext cx="10515600" cy="3698239"/>
          </a:xfr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large text here. </a:t>
            </a:r>
          </a:p>
        </p:txBody>
      </p:sp>
      <p:sp>
        <p:nvSpPr>
          <p:cNvPr id="2" name="Topic Marker">
            <a:extLst>
              <a:ext uri="{FF2B5EF4-FFF2-40B4-BE49-F238E27FC236}">
                <a16:creationId xmlns:a16="http://schemas.microsoft.com/office/drawing/2014/main" id="{5258233E-F415-2D02-FBD8-B96B6839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0855" y="832971"/>
            <a:ext cx="1710290" cy="8551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F4B203-0803-C671-D3CB-B5D24CA5F2D7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4513D1-455B-0EAF-A195-49B85606AF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74839D-7D7F-21A0-3A12-EA4531CDC6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D313B8C-BFAE-5937-C12C-95D52A74D2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464231-4226-3CE0-51BA-B50DC1D3BE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76204D-47FD-FA15-8BED-86FD7475E2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698EAD-66E4-C310-E20A-941BF07A04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DEA81FE-1F4E-630E-4FC7-19F7008B58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74186E7-2FCF-3CCC-449F-F9DEAC2CAC9C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076B4F8-0C52-A95E-9407-FDA4101D01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82D332C-1BA0-FF70-D887-AFA2983E31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55A9083-4175-19D8-7455-7FEDF975A7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BB5ECA-D32F-43F0-4323-AFA9CA2A0894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6884073-4D8C-D7F1-AD91-D727C79DB9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0973CE7-1F65-B71C-DAFF-19EEB27F5E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0D47DC5-5098-88FC-8608-B87265569CC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676E924-C1CF-5939-2571-2B86AF3E3B2C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8" name="MIO_LOGOPLACEHOLDER#SMALL" hidden="1">
            <a:extLst>
              <a:ext uri="{FF2B5EF4-FFF2-40B4-BE49-F238E27FC236}">
                <a16:creationId xmlns:a16="http://schemas.microsoft.com/office/drawing/2014/main" id="{D7480DFA-53C6-A490-6751-0B4E7856410B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9" name="Masterfield: Proprietary &amp; Confidential Option" hidden="1">
            <a:extLst>
              <a:ext uri="{FF2B5EF4-FFF2-40B4-BE49-F238E27FC236}">
                <a16:creationId xmlns:a16="http://schemas.microsoft.com/office/drawing/2014/main" id="{9D3E8411-BFE2-9C13-D9BF-00ECFC4533D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0" name="Masterfield: Custom legal disclaimer field" hidden="1">
            <a:extLst>
              <a:ext uri="{FF2B5EF4-FFF2-40B4-BE49-F238E27FC236}">
                <a16:creationId xmlns:a16="http://schemas.microsoft.com/office/drawing/2014/main" id="{36B12827-5C39-A32E-11BA-F58FD174A81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1" name="Masterfield: Custom Watermark" hidden="1">
            <a:extLst>
              <a:ext uri="{FF2B5EF4-FFF2-40B4-BE49-F238E27FC236}">
                <a16:creationId xmlns:a16="http://schemas.microsoft.com/office/drawing/2014/main" id="{6CF14B5A-DB71-A56D-E2C1-C96BDA275CE2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CB68C3-EBBF-22D7-F543-8EC47134AF7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E4531F-64BB-0F54-FCCA-73CD51CFB78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AE3019-4C8B-90BB-7925-D3CDD053FEA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AE4B72-71D7-B597-65B7-A5F047F6471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F588C6F-776D-D4FA-3B45-961013D34B9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78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~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Basic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6B988-B8B4-79D2-46DD-346115434F6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C579B-1C3E-69D2-3EA5-660D5187352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61580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AB74-96C6-B9FB-1FCF-1130DD832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C0AFB-6BD5-001A-B130-69BC152D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0836-28CF-412B-B5A9-4431053C235C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808CF-DC12-B3B5-F77D-7E2C8E41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AE911-60B4-8C9B-0D8A-AA165E9B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BDE795-44A3-46DF-964F-5E1D779CFAF0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1F9F29-934F-ACB4-6E62-3B5558BFB159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white-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6AA996A-0A84-7283-BC6A-142FDA1517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5B037E-3C4F-5E05-476F-ABF2AB99D083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DCFF8F5-42F4-5DF9-BBFA-89A9B97D8D9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18488"/>
            <a:ext cx="112776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16D138F-11AE-3025-920F-98E1780F26F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318229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FCAB3-7A1F-5A42-AC40-FC534EBF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BCFC-D0EE-433E-BD6C-B7355AA3E0F5}" type="datetime1">
              <a:rPr lang="en-US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EA31F-FA1B-BD71-7944-07C60579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EEA69-3A42-11E2-F9D1-BF01F236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84A4F4A-D3EB-0835-C542-54A7AD7D9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ECCAB49-4A05-154A-F4FA-2CC4FEF033ED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2D1E0E-1A38-C3A1-6259-95279AED1186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4CD693F-9CEA-3F81-0C42-13D387DC02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DD1045-DCD3-2561-A890-1308CB6337F7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Content Placeholder Left">
            <a:extLst>
              <a:ext uri="{FF2B5EF4-FFF2-40B4-BE49-F238E27FC236}">
                <a16:creationId xmlns:a16="http://schemas.microsoft.com/office/drawing/2014/main" id="{8A1A9647-642A-CFF1-0BE4-EFB55C9217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18488"/>
            <a:ext cx="5177024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53E517D0-D66C-55A4-8A26-0423A98E95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54891" y="1618487"/>
            <a:ext cx="5186172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363CC593-1EA0-A1B0-6B50-80A7D99AD8B4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6091428" y="1618487"/>
            <a:ext cx="9144" cy="47548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" name="MIO_Placeholder_Mapping" hidden="1">
            <a:extLst>
              <a:ext uri="{FF2B5EF4-FFF2-40B4-BE49-F238E27FC236}">
                <a16:creationId xmlns:a16="http://schemas.microsoft.com/office/drawing/2014/main" id="{32F7DF56-A2F8-8638-4FD3-4554BC1B1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59349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EF4DC-6A2B-F1CE-50A8-45E55F26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2255-F368-4C24-8F69-5B9395A0B668}" type="datetime1">
              <a:rPr lang="en-US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EE15D-6A23-27E4-E91E-A5E43763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8A81A0-3601-D396-7CA6-DCCD0019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04512A7-5A12-2DF4-F8AF-44CCEE1AF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F73F3A-18B5-69C7-1ECD-82C2A62BB304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46C0896-DF2A-2B9B-720C-1522863DA672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AE8BA6-5893-993E-42FA-B47AFF97D7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11870CE-C061-81E1-A4B9-3CFF81E1BC35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9BC18F4B-4811-B50E-AB82-555A1AF856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1" y="2160469"/>
            <a:ext cx="5187082" cy="41148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B7ADCE4C-F8AC-207B-6D6E-34AD46A350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599362"/>
            <a:ext cx="5178709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496EFF25-F908-8C30-A0AC-494AB54E3C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9816" y="1599362"/>
            <a:ext cx="5178709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AB32FBD9-BF95-563E-1088-37E1B3C10AA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47096" y="2160468"/>
            <a:ext cx="5187082" cy="41148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CBFC7855-6F97-172A-4712-D9F68134D593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6091428" y="1599362"/>
            <a:ext cx="9144" cy="475488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" name="MIO_Placeholder_Mapping" hidden="1">
            <a:extLst>
              <a:ext uri="{FF2B5EF4-FFF2-40B4-BE49-F238E27FC236}">
                <a16:creationId xmlns:a16="http://schemas.microsoft.com/office/drawing/2014/main" id="{EE8B2357-6F79-42A2-9786-ACCA673ADFD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47592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CE548-C476-FDE7-5355-37053FD0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CFE1-F5BD-4F53-AE09-330D2B2C1008}" type="datetime1">
              <a:rPr lang="en-US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67209-7669-C4F2-1251-AE8A0C31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19583-C8CA-0F06-206F-D6C8319D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7B29B1A-9EE0-3E2B-DC66-FEDE5E9A5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09EEE6-8240-B021-084B-9485CCBD9FF8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195566-B7F3-57EC-92B1-47EEDDA58C04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7566F9A-4E78-3AF5-A6E8-D689439444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3FEC94-FD92-DA6E-7354-CBC2A181A2CD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D4D5CD0-4CEE-352E-2B12-D896F0A3EA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1599"/>
            <a:ext cx="11277600" cy="426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0E499F01-BC01-6052-24E5-D5749D068D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BF5869C-1ACF-76A9-DCF6-CA609E74F49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673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7F9A-F302-1CB1-36C8-6B70740F9B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C05ED-5E69-6C64-F87D-9719F974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40E1-51B0-428B-9173-79334EC3D793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A0543-7200-2735-0004-5B57AF0D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FDCFB-E5C8-AC0A-BA48-62C861BE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B7786E-B896-0BA7-C4EE-4E53951D9B4A}"/>
              </a:ext>
            </a:extLst>
          </p:cNvPr>
          <p:cNvGrpSpPr/>
          <p:nvPr userDrawn="1"/>
        </p:nvGrpSpPr>
        <p:grpSpPr>
          <a:xfrm>
            <a:off x="12303822" y="3625233"/>
            <a:ext cx="2040828" cy="2775568"/>
            <a:chOff x="12303822" y="3625233"/>
            <a:chExt cx="2040828" cy="27755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200AB1-5B9B-B65A-BD43-3CB53E34453F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ALL WHITE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to all white,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 to white.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B72CC8-D92A-88C2-BECC-3D3A9C79FA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676F8C-77A2-B569-382D-93BEC1B2DCC9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MIO_Placeholder_Mapping" hidden="1">
            <a:extLst>
              <a:ext uri="{FF2B5EF4-FFF2-40B4-BE49-F238E27FC236}">
                <a16:creationId xmlns:a16="http://schemas.microsoft.com/office/drawing/2014/main" id="{2D3AC4D0-A934-C9EF-40F6-491345ED5E9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375465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  ~ 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bg1"/>
                </a:solidFill>
              </a:rPr>
              <a:t>Agenda</a:t>
            </a:r>
          </a:p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bg1"/>
                </a:solidFill>
              </a:rPr>
              <a:t>Key Theme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20247-5750-6727-121C-540EAC1DBE49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A757C-09E8-F5B8-8E5D-3648CDFEC32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29424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/ Key The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E93E56-E72A-E4DB-31D1-AD1573872AF4}"/>
              </a:ext>
            </a:extLst>
          </p:cNvPr>
          <p:cNvSpPr/>
          <p:nvPr userDrawn="1"/>
        </p:nvSpPr>
        <p:spPr>
          <a:xfrm>
            <a:off x="0" y="1361732"/>
            <a:ext cx="12192000" cy="5496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FF48-A770-1C79-2F90-51E2736E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E2CD-72A0-DD50-A54E-00C2CE98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2F58-F8A0-40B8-8D4C-1E2F4A7AB77B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B8258-E92E-DB26-A4D6-7A58FAA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380C-C1FB-C7FE-9C4F-EA06A3E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opic Placeholder 1">
            <a:extLst>
              <a:ext uri="{FF2B5EF4-FFF2-40B4-BE49-F238E27FC236}">
                <a16:creationId xmlns:a16="http://schemas.microsoft.com/office/drawing/2014/main" id="{014006C3-FA8D-337B-CA14-1E068BCBD3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9510" y="2093927"/>
            <a:ext cx="95689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7" name="Topic Placeholder 2">
            <a:extLst>
              <a:ext uri="{FF2B5EF4-FFF2-40B4-BE49-F238E27FC236}">
                <a16:creationId xmlns:a16="http://schemas.microsoft.com/office/drawing/2014/main" id="{481F3788-EE8F-DD2A-BB9E-63299B7E1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9510" y="3606499"/>
            <a:ext cx="95689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8" name="Topic Placeholder 3">
            <a:extLst>
              <a:ext uri="{FF2B5EF4-FFF2-40B4-BE49-F238E27FC236}">
                <a16:creationId xmlns:a16="http://schemas.microsoft.com/office/drawing/2014/main" id="{63266949-02D2-B392-48C9-F6B90D3442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9510" y="5119069"/>
            <a:ext cx="95689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11" name="Topic 1">
            <a:extLst>
              <a:ext uri="{FF2B5EF4-FFF2-40B4-BE49-F238E27FC236}">
                <a16:creationId xmlns:a16="http://schemas.microsoft.com/office/drawing/2014/main" id="{787A5BC8-3FB8-54E4-4CEF-3EBBB8BB1EAE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838200" y="2139647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opic 2">
            <a:extLst>
              <a:ext uri="{FF2B5EF4-FFF2-40B4-BE49-F238E27FC236}">
                <a16:creationId xmlns:a16="http://schemas.microsoft.com/office/drawing/2014/main" id="{D66399F2-BB35-0111-183F-2751AD0C4E60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838200" y="365222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opic 3">
            <a:extLst>
              <a:ext uri="{FF2B5EF4-FFF2-40B4-BE49-F238E27FC236}">
                <a16:creationId xmlns:a16="http://schemas.microsoft.com/office/drawing/2014/main" id="{3F3692D3-6C5E-D328-246E-EC5D0A349FCB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838200" y="51647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37F17D6C-165A-4008-4839-D2EC3533103A}"/>
              </a:ext>
            </a:extLst>
          </p:cNvPr>
          <p:cNvSpPr>
            <a:spLocks noGrp="1"/>
          </p:cNvSpPr>
          <p:nvPr>
            <p:ph type="media" sz="quarter" idx="32"/>
          </p:nvPr>
        </p:nvSpPr>
        <p:spPr>
          <a:xfrm rot="16200000">
            <a:off x="6101824" y="-2133267"/>
            <a:ext cx="9144" cy="104241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2247BE38-FE39-B3B3-64D6-EE5757B9046C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 rot="16200000">
            <a:off x="6101824" y="-620695"/>
            <a:ext cx="9144" cy="104241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2" name="MIO_LOGOPLACEHOLDER#SMALL" hidden="1">
            <a:extLst>
              <a:ext uri="{FF2B5EF4-FFF2-40B4-BE49-F238E27FC236}">
                <a16:creationId xmlns:a16="http://schemas.microsoft.com/office/drawing/2014/main" id="{8037D69B-CFA9-CCA3-A323-55EE8799FD6E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096DF6-C2CE-C4F3-3B53-E696ECE6FA4A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9E2D6-B11D-03F5-F03A-6C7694C8CDE1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9FFF01-AA2F-3124-F69C-86215A20904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11609BF-6E09-3D3C-B5B4-D1597C7438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3F881BF-7C96-6194-C3C4-F9AD8B5159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B09ED6-4170-DB43-FAB2-1A2A668F86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8F1DF19-8166-D9D5-927C-A3578B20D9E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94E44BD-69EB-CAC6-6904-424D242A9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45E3DBC-DCDD-F654-4201-2B0CD3551D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676528-3B5A-C045-1431-D37FEAA522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7667916-F811-50C1-6ECF-DB978E529976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1C2A568-7A72-2BC0-7D31-DE1D46B2105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4D7900B-FFF9-AAAC-23C8-AB666590C86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E19C5AE-4D8A-992B-304D-D83F3AA204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5C3D940-9757-0E5A-CE09-F46D75498F8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1BEC8FD-D140-D601-85DE-2053BB5A37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ED5A890-492B-9C7A-F830-931E1C10164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2DE05B2-DF30-4FC1-4455-E0E4379CA69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Masterfield: Proprietary &amp; Confidential Option" hidden="1">
            <a:extLst>
              <a:ext uri="{FF2B5EF4-FFF2-40B4-BE49-F238E27FC236}">
                <a16:creationId xmlns:a16="http://schemas.microsoft.com/office/drawing/2014/main" id="{3EC4A63C-CA64-1FC4-D65C-D6C7047D6A6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40" name="Masterfield: Custom legal disclaimer field" hidden="1">
            <a:extLst>
              <a:ext uri="{FF2B5EF4-FFF2-40B4-BE49-F238E27FC236}">
                <a16:creationId xmlns:a16="http://schemas.microsoft.com/office/drawing/2014/main" id="{534ED08F-5AAC-A139-21E6-50BBF43A35E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41" name="Masterfield: Custom Watermark" hidden="1">
            <a:extLst>
              <a:ext uri="{FF2B5EF4-FFF2-40B4-BE49-F238E27FC236}">
                <a16:creationId xmlns:a16="http://schemas.microsoft.com/office/drawing/2014/main" id="{50DECEFA-044C-EC27-7508-38312E2F4FD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31C6FF9-73FB-5E47-B5B9-F87E2FE1AFA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B4D5AC-81E1-6B94-2AF2-5E77AD8C9A6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BA2845-0E03-D55B-610C-DB72808C022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08A3627-D662-9762-2DC8-60FE42F02D7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FD48B6B-92EF-A7D4-0BF5-D3FF8E3086F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20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/ Key The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E93E56-E72A-E4DB-31D1-AD1573872AF4}"/>
              </a:ext>
            </a:extLst>
          </p:cNvPr>
          <p:cNvSpPr/>
          <p:nvPr userDrawn="1"/>
        </p:nvSpPr>
        <p:spPr>
          <a:xfrm>
            <a:off x="0" y="1361732"/>
            <a:ext cx="12192000" cy="5496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FF48-A770-1C79-2F90-51E2736E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E2CD-72A0-DD50-A54E-00C2CE98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D14D-60C9-4286-B2A7-D04CDF4EF24E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B8258-E92E-DB26-A4D6-7A58FAA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380C-C1FB-C7FE-9C4F-EA06A3E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5" name="MIO_LOGOPLACEHOLDER#SMALL" hidden="1">
            <a:extLst>
              <a:ext uri="{FF2B5EF4-FFF2-40B4-BE49-F238E27FC236}">
                <a16:creationId xmlns:a16="http://schemas.microsoft.com/office/drawing/2014/main" id="{9C266F8A-6431-95C0-F24A-95D45E122097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218221-AA36-CCEC-5FA0-29375F633760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0D2A84-9046-D6F7-1016-41BFC5A46793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E01ACE3-E349-DD20-00D1-CE50F452DEA8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ED932B-E412-D3D7-4DDD-8E0C320803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70E9C42-9781-F3D8-77E4-9046A79C70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F9D4C18-83E1-BA82-5F13-9BCF22B53D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57A2A13-75CF-CC6E-9C25-9F187C9872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1B10536-D234-45BB-4A03-5910D57B68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505210B-0E72-EE4B-CD90-6AEFDE1ACD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947A2DA-2E89-094E-3F7C-89871CE0F5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9B631A3-198C-B5FE-02B7-01F1BC0213B0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44BD3A6-99AE-F407-C014-75CF6DD383D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A6865D2-D9BF-A3FD-A75E-0578E73D88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A13647D-9160-5C4D-D252-86A8A65829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C190F36-F3DF-13E0-D606-4AACF814FAE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54F0504-ED1E-6248-17EF-5517CFD60F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65C4E8-2EB6-4069-9B7D-12FC3EB79B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333CEAE-AA38-877C-6A07-8ABF1738268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8" name="Masterfield: Proprietary &amp; Confidential Option" hidden="1">
            <a:extLst>
              <a:ext uri="{FF2B5EF4-FFF2-40B4-BE49-F238E27FC236}">
                <a16:creationId xmlns:a16="http://schemas.microsoft.com/office/drawing/2014/main" id="{C6B51C8C-15BF-9875-C950-BB5649A1949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49" name="Masterfield: Custom legal disclaimer field" hidden="1">
            <a:extLst>
              <a:ext uri="{FF2B5EF4-FFF2-40B4-BE49-F238E27FC236}">
                <a16:creationId xmlns:a16="http://schemas.microsoft.com/office/drawing/2014/main" id="{48B8DB8C-97F9-1E14-E596-71B7FCF3D7F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50" name="Masterfield: Custom Watermark" hidden="1">
            <a:extLst>
              <a:ext uri="{FF2B5EF4-FFF2-40B4-BE49-F238E27FC236}">
                <a16:creationId xmlns:a16="http://schemas.microsoft.com/office/drawing/2014/main" id="{A27B9D73-9FE8-E28F-D6B9-1DCA79F0F19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51" name="Topic Placeholder 1">
            <a:extLst>
              <a:ext uri="{FF2B5EF4-FFF2-40B4-BE49-F238E27FC236}">
                <a16:creationId xmlns:a16="http://schemas.microsoft.com/office/drawing/2014/main" id="{61767BD2-8529-F757-D7AA-95514F2612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42830" y="1817567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2" name="Topic Placeholder 2">
            <a:extLst>
              <a:ext uri="{FF2B5EF4-FFF2-40B4-BE49-F238E27FC236}">
                <a16:creationId xmlns:a16="http://schemas.microsoft.com/office/drawing/2014/main" id="{2AF51F9B-DA95-22AA-CE52-DADA9505A0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42830" y="2616540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3" name="Topic Placeholder 3">
            <a:extLst>
              <a:ext uri="{FF2B5EF4-FFF2-40B4-BE49-F238E27FC236}">
                <a16:creationId xmlns:a16="http://schemas.microsoft.com/office/drawing/2014/main" id="{3994A4BC-A059-2CB4-C9D2-0B39FB5E86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2830" y="3452458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4" name="Topic Placeholder 6">
            <a:extLst>
              <a:ext uri="{FF2B5EF4-FFF2-40B4-BE49-F238E27FC236}">
                <a16:creationId xmlns:a16="http://schemas.microsoft.com/office/drawing/2014/main" id="{A1D9D5BC-E3F3-E7B4-E041-0B6F5D9E5A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830" y="5982434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5" name="Topic 1">
            <a:extLst>
              <a:ext uri="{FF2B5EF4-FFF2-40B4-BE49-F238E27FC236}">
                <a16:creationId xmlns:a16="http://schemas.microsoft.com/office/drawing/2014/main" id="{E06CCB39-BDAA-9634-871E-3173F065F8DE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731520" y="1865975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6" name="Topic 6">
            <a:extLst>
              <a:ext uri="{FF2B5EF4-FFF2-40B4-BE49-F238E27FC236}">
                <a16:creationId xmlns:a16="http://schemas.microsoft.com/office/drawing/2014/main" id="{62F28A5B-B76E-1305-D131-A3486DEFF23B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731520" y="6028154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7" name="Topic 2">
            <a:extLst>
              <a:ext uri="{FF2B5EF4-FFF2-40B4-BE49-F238E27FC236}">
                <a16:creationId xmlns:a16="http://schemas.microsoft.com/office/drawing/2014/main" id="{0DB98364-A4ED-D8AB-DA04-D922112AFE80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31520" y="266226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8" name="Topic 3">
            <a:extLst>
              <a:ext uri="{FF2B5EF4-FFF2-40B4-BE49-F238E27FC236}">
                <a16:creationId xmlns:a16="http://schemas.microsoft.com/office/drawing/2014/main" id="{DEC52D7F-491D-9826-6EA1-C95F2F390D58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1520" y="3501796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9" name="Topic Placeholder 4">
            <a:extLst>
              <a:ext uri="{FF2B5EF4-FFF2-40B4-BE49-F238E27FC236}">
                <a16:creationId xmlns:a16="http://schemas.microsoft.com/office/drawing/2014/main" id="{453DCCEC-D297-94A2-9CE5-F384F72617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42830" y="4295612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60" name="Topic 4">
            <a:extLst>
              <a:ext uri="{FF2B5EF4-FFF2-40B4-BE49-F238E27FC236}">
                <a16:creationId xmlns:a16="http://schemas.microsoft.com/office/drawing/2014/main" id="{572C8625-E08D-7B0F-2A84-7934A83983A1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731520" y="4341332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1" name="Topic Placeholder 5">
            <a:extLst>
              <a:ext uri="{FF2B5EF4-FFF2-40B4-BE49-F238E27FC236}">
                <a16:creationId xmlns:a16="http://schemas.microsoft.com/office/drawing/2014/main" id="{86CF8083-1B26-2A80-74FB-1E1513D123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42830" y="5140509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62" name="Topic 5">
            <a:extLst>
              <a:ext uri="{FF2B5EF4-FFF2-40B4-BE49-F238E27FC236}">
                <a16:creationId xmlns:a16="http://schemas.microsoft.com/office/drawing/2014/main" id="{4C392154-BC3D-4BCE-38C3-8F843F89D70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731520" y="5188617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3" name="Divider">
            <a:extLst>
              <a:ext uri="{FF2B5EF4-FFF2-40B4-BE49-F238E27FC236}">
                <a16:creationId xmlns:a16="http://schemas.microsoft.com/office/drawing/2014/main" id="{61CD1B93-4B01-CD44-2295-426ACD06784B}"/>
              </a:ext>
            </a:extLst>
          </p:cNvPr>
          <p:cNvSpPr>
            <a:spLocks noGrp="1"/>
          </p:cNvSpPr>
          <p:nvPr>
            <p:ph type="media" sz="quarter" idx="32"/>
          </p:nvPr>
        </p:nvSpPr>
        <p:spPr>
          <a:xfrm rot="16200000">
            <a:off x="6109444" y="-2901008"/>
            <a:ext cx="9144" cy="106527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4" name="Divider">
            <a:extLst>
              <a:ext uri="{FF2B5EF4-FFF2-40B4-BE49-F238E27FC236}">
                <a16:creationId xmlns:a16="http://schemas.microsoft.com/office/drawing/2014/main" id="{1A429E66-363A-DD1B-10D6-850F66DB15DA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 rot="16200000">
            <a:off x="6109444" y="-2061472"/>
            <a:ext cx="9144" cy="106527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5" name="Divider">
            <a:extLst>
              <a:ext uri="{FF2B5EF4-FFF2-40B4-BE49-F238E27FC236}">
                <a16:creationId xmlns:a16="http://schemas.microsoft.com/office/drawing/2014/main" id="{BB8CD8B8-82A8-0AAF-AA14-0D53EADF7D1F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 rot="16200000">
            <a:off x="6109444" y="-1221936"/>
            <a:ext cx="9144" cy="106527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6" name="Divider">
            <a:extLst>
              <a:ext uri="{FF2B5EF4-FFF2-40B4-BE49-F238E27FC236}">
                <a16:creationId xmlns:a16="http://schemas.microsoft.com/office/drawing/2014/main" id="{EB0984C7-DD56-C9F1-7BA1-70B07ED87F8C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 rot="16200000">
            <a:off x="6109444" y="-374651"/>
            <a:ext cx="9144" cy="106527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7" name="Divider">
            <a:extLst>
              <a:ext uri="{FF2B5EF4-FFF2-40B4-BE49-F238E27FC236}">
                <a16:creationId xmlns:a16="http://schemas.microsoft.com/office/drawing/2014/main" id="{3CC4BF88-2FB2-B21E-1AFB-833F73E2EFAB}"/>
              </a:ext>
            </a:extLst>
          </p:cNvPr>
          <p:cNvSpPr>
            <a:spLocks noGrp="1"/>
          </p:cNvSpPr>
          <p:nvPr>
            <p:ph type="media" sz="quarter" idx="33"/>
          </p:nvPr>
        </p:nvSpPr>
        <p:spPr>
          <a:xfrm rot="16200000">
            <a:off x="6109444" y="464885"/>
            <a:ext cx="9144" cy="1065276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3CC41D-3863-1EF5-8144-021897217B6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93786E-BF19-1015-02D1-B3C557F5D48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A04E5D-EE7F-DA01-B664-50F12D0BFCE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12D05-917F-2B4A-2026-9190F2DF0E3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A7AF7D-86A4-2CA4-7934-19FB94FBE86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97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/ Key Them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A521C25-BB3C-5EE8-8B0E-2246A3AA2A5B}"/>
              </a:ext>
            </a:extLst>
          </p:cNvPr>
          <p:cNvSpPr/>
          <p:nvPr userDrawn="1"/>
        </p:nvSpPr>
        <p:spPr>
          <a:xfrm>
            <a:off x="0" y="1361732"/>
            <a:ext cx="12192000" cy="5496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FF48-A770-1C79-2F90-51E2736E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E2CD-72A0-DD50-A54E-00C2CE98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DC4D-FF2C-4E19-9268-65CEE76DEE9B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B8258-E92E-DB26-A4D6-7A58FAA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380C-C1FB-C7FE-9C4F-EA06A3E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opic Placeholder 1">
            <a:extLst>
              <a:ext uri="{FF2B5EF4-FFF2-40B4-BE49-F238E27FC236}">
                <a16:creationId xmlns:a16="http://schemas.microsoft.com/office/drawing/2014/main" id="{014006C3-FA8D-337B-CA14-1E068BCBD3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42830" y="1820478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7" name="Topic Placeholder 2">
            <a:extLst>
              <a:ext uri="{FF2B5EF4-FFF2-40B4-BE49-F238E27FC236}">
                <a16:creationId xmlns:a16="http://schemas.microsoft.com/office/drawing/2014/main" id="{481F3788-EE8F-DD2A-BB9E-63299B7E1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42830" y="2997380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8" name="Topic Placeholder 3">
            <a:extLst>
              <a:ext uri="{FF2B5EF4-FFF2-40B4-BE49-F238E27FC236}">
                <a16:creationId xmlns:a16="http://schemas.microsoft.com/office/drawing/2014/main" id="{63266949-02D2-B392-48C9-F6B90D3442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2830" y="4184582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9" name="Topic Placeholder 6">
            <a:extLst>
              <a:ext uri="{FF2B5EF4-FFF2-40B4-BE49-F238E27FC236}">
                <a16:creationId xmlns:a16="http://schemas.microsoft.com/office/drawing/2014/main" id="{80267650-1A8A-58FA-2F75-1493196B5C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1944" y="3004247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11" name="Topic 1">
            <a:extLst>
              <a:ext uri="{FF2B5EF4-FFF2-40B4-BE49-F238E27FC236}">
                <a16:creationId xmlns:a16="http://schemas.microsoft.com/office/drawing/2014/main" id="{787A5BC8-3FB8-54E4-4CEF-3EBBB8BB1EAE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731520" y="186619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opic 6">
            <a:extLst>
              <a:ext uri="{FF2B5EF4-FFF2-40B4-BE49-F238E27FC236}">
                <a16:creationId xmlns:a16="http://schemas.microsoft.com/office/drawing/2014/main" id="{AD30E87A-DF42-B70D-122C-7D2069FF058B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360634" y="305155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opic 2">
            <a:extLst>
              <a:ext uri="{FF2B5EF4-FFF2-40B4-BE49-F238E27FC236}">
                <a16:creationId xmlns:a16="http://schemas.microsoft.com/office/drawing/2014/main" id="{D66399F2-BB35-0111-183F-2751AD0C4E60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31520" y="301605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opic 3">
            <a:extLst>
              <a:ext uri="{FF2B5EF4-FFF2-40B4-BE49-F238E27FC236}">
                <a16:creationId xmlns:a16="http://schemas.microsoft.com/office/drawing/2014/main" id="{3F3692D3-6C5E-D328-246E-EC5D0A349FCB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1520" y="4216781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opic Placeholder 4">
            <a:extLst>
              <a:ext uri="{FF2B5EF4-FFF2-40B4-BE49-F238E27FC236}">
                <a16:creationId xmlns:a16="http://schemas.microsoft.com/office/drawing/2014/main" id="{58935AEE-CEDB-82D1-2057-E442AE9D5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42830" y="5371784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18" name="Topic 4">
            <a:extLst>
              <a:ext uri="{FF2B5EF4-FFF2-40B4-BE49-F238E27FC236}">
                <a16:creationId xmlns:a16="http://schemas.microsoft.com/office/drawing/2014/main" id="{62F1B32E-C050-6B6E-0DAB-8A58FBB25869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731520" y="5417504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opic Placeholder 5">
            <a:extLst>
              <a:ext uri="{FF2B5EF4-FFF2-40B4-BE49-F238E27FC236}">
                <a16:creationId xmlns:a16="http://schemas.microsoft.com/office/drawing/2014/main" id="{A217AF93-1B1A-1ACA-4039-66EBB9E19C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1944" y="1820478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21" name="Topic 5">
            <a:extLst>
              <a:ext uri="{FF2B5EF4-FFF2-40B4-BE49-F238E27FC236}">
                <a16:creationId xmlns:a16="http://schemas.microsoft.com/office/drawing/2014/main" id="{5424C6FD-189A-BBE6-8F8C-EDB8024F2473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6360634" y="186619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37F17D6C-165A-4008-4839-D2EC3533103A}"/>
              </a:ext>
            </a:extLst>
          </p:cNvPr>
          <p:cNvSpPr>
            <a:spLocks noGrp="1"/>
          </p:cNvSpPr>
          <p:nvPr>
            <p:ph type="media" sz="quarter" idx="32"/>
          </p:nvPr>
        </p:nvSpPr>
        <p:spPr>
          <a:xfrm rot="16200000">
            <a:off x="3297664" y="129112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2247BE38-FE39-B3B3-64D6-EE5757B9046C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 rot="16200000">
            <a:off x="3297664" y="1307074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5" name="Divider">
            <a:extLst>
              <a:ext uri="{FF2B5EF4-FFF2-40B4-BE49-F238E27FC236}">
                <a16:creationId xmlns:a16="http://schemas.microsoft.com/office/drawing/2014/main" id="{82C3ED67-F7FC-09FA-3918-5077DC045727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 rot="16200000">
            <a:off x="3297664" y="2485422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3" name="Divider">
            <a:extLst>
              <a:ext uri="{FF2B5EF4-FFF2-40B4-BE49-F238E27FC236}">
                <a16:creationId xmlns:a16="http://schemas.microsoft.com/office/drawing/2014/main" id="{83CCFA7F-87A6-9A05-A60A-1D5DB2D945CC}"/>
              </a:ext>
            </a:extLst>
          </p:cNvPr>
          <p:cNvSpPr>
            <a:spLocks noGrp="1"/>
          </p:cNvSpPr>
          <p:nvPr>
            <p:ph type="media" sz="quarter" idx="34"/>
          </p:nvPr>
        </p:nvSpPr>
        <p:spPr>
          <a:xfrm rot="16200000">
            <a:off x="8954879" y="136318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4" name="Divider">
            <a:extLst>
              <a:ext uri="{FF2B5EF4-FFF2-40B4-BE49-F238E27FC236}">
                <a16:creationId xmlns:a16="http://schemas.microsoft.com/office/drawing/2014/main" id="{84FC9627-C741-0F81-2622-91311F1B4213}"/>
              </a:ext>
            </a:extLst>
          </p:cNvPr>
          <p:cNvSpPr>
            <a:spLocks noGrp="1"/>
          </p:cNvSpPr>
          <p:nvPr>
            <p:ph type="media" sz="quarter" idx="35"/>
          </p:nvPr>
        </p:nvSpPr>
        <p:spPr>
          <a:xfrm rot="16200000">
            <a:off x="8954879" y="1307073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5" name="Divider">
            <a:extLst>
              <a:ext uri="{FF2B5EF4-FFF2-40B4-BE49-F238E27FC236}">
                <a16:creationId xmlns:a16="http://schemas.microsoft.com/office/drawing/2014/main" id="{5BEDE30E-075D-AEC2-3B11-E2F914493381}"/>
              </a:ext>
            </a:extLst>
          </p:cNvPr>
          <p:cNvSpPr>
            <a:spLocks noGrp="1"/>
          </p:cNvSpPr>
          <p:nvPr>
            <p:ph type="media" sz="quarter" idx="36"/>
          </p:nvPr>
        </p:nvSpPr>
        <p:spPr>
          <a:xfrm rot="16200000">
            <a:off x="8954879" y="2492699"/>
            <a:ext cx="9144" cy="50292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27" name="Topic Placeholder 7">
            <a:extLst>
              <a:ext uri="{FF2B5EF4-FFF2-40B4-BE49-F238E27FC236}">
                <a16:creationId xmlns:a16="http://schemas.microsoft.com/office/drawing/2014/main" id="{7827B33B-1F11-1A04-CB13-880C503CBD6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92780" y="4188016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28" name="Topic 7">
            <a:extLst>
              <a:ext uri="{FF2B5EF4-FFF2-40B4-BE49-F238E27FC236}">
                <a16:creationId xmlns:a16="http://schemas.microsoft.com/office/drawing/2014/main" id="{071C7189-F470-E223-8D43-560BF0E5B158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6381470" y="4234532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opic Placeholder 8">
            <a:extLst>
              <a:ext uri="{FF2B5EF4-FFF2-40B4-BE49-F238E27FC236}">
                <a16:creationId xmlns:a16="http://schemas.microsoft.com/office/drawing/2014/main" id="{CB43A762-7800-389C-0D6D-E8CB81BED2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92780" y="5371784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30" name="Topic 8">
            <a:extLst>
              <a:ext uri="{FF2B5EF4-FFF2-40B4-BE49-F238E27FC236}">
                <a16:creationId xmlns:a16="http://schemas.microsoft.com/office/drawing/2014/main" id="{DC3E3F5B-C497-68DA-21BF-E4EDAE34C723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381470" y="5417504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MIO_LOGOPLACEHOLDER#SMALL" hidden="1">
            <a:extLst>
              <a:ext uri="{FF2B5EF4-FFF2-40B4-BE49-F238E27FC236}">
                <a16:creationId xmlns:a16="http://schemas.microsoft.com/office/drawing/2014/main" id="{9F3744E6-C780-183B-A20E-03956EDC4B9A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CEC51-0616-8E85-58B5-783620D3BB09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B080DA-ADC9-879F-AA10-FF3AF71E670E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9081E9-0FC5-8BF3-8EFB-079DDBADDA0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0AFD9A-500E-CA94-67AE-596EB5828F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C1BCBDC-D3F4-03E3-B6AD-DA36C497821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BC86DDB-C565-BEFC-BC44-BE58B793EA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8B14BDD-6C33-9CE4-5EB2-AFC99D4160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19CD172-8DFE-F8B5-025A-73AB5AA466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697E4C-987F-D657-9007-FA887CA5BA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FFCCDDD-B14D-3547-9425-F7010237D77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B52E8B0-557E-B4DA-DFA3-C3563082C05E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D32CF021-3B6F-D24B-5DF6-7A59F525E2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C4701D1-3776-81C8-CDA4-FD08B4F82D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B38C02B-7B17-D254-A42E-CF68B3E739A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758A428-3340-766F-0F9C-7EF2917BD0AA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6F3923B-045A-BE9C-884A-B5C1F72A25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15A5FD1-85CE-D8B1-D326-EFDE0FE234B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FAB2382-D05A-436F-702E-FFEB51A2FC3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Masterfield: Proprietary &amp; Confidential Option" hidden="1">
            <a:extLst>
              <a:ext uri="{FF2B5EF4-FFF2-40B4-BE49-F238E27FC236}">
                <a16:creationId xmlns:a16="http://schemas.microsoft.com/office/drawing/2014/main" id="{7F45CF5A-342B-2395-A0EB-B10AD55B0D8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54" name="Masterfield: Custom legal disclaimer field" hidden="1">
            <a:extLst>
              <a:ext uri="{FF2B5EF4-FFF2-40B4-BE49-F238E27FC236}">
                <a16:creationId xmlns:a16="http://schemas.microsoft.com/office/drawing/2014/main" id="{85AA6DF0-0F08-22A3-8B61-CF3313F56C4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55" name="Masterfield: Custom Watermark" hidden="1">
            <a:extLst>
              <a:ext uri="{FF2B5EF4-FFF2-40B4-BE49-F238E27FC236}">
                <a16:creationId xmlns:a16="http://schemas.microsoft.com/office/drawing/2014/main" id="{46BA9836-4EDA-7C65-A0F9-0CFE35B2650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59EAD6E-2291-0192-D84A-AE49E7A49FB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ACA3759-737A-3A43-0F4B-827FF94C373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EB3071D-DAE9-C335-B97B-6A1525C267F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417AFA2-1BA2-B6BD-5738-AECF6E8BCFB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06C6CD5-5BD4-5213-51FD-89F12739B95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15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tailed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D050B53-4205-1ABF-6F3B-55A6ACF4EFFB}"/>
              </a:ext>
            </a:extLst>
          </p:cNvPr>
          <p:cNvSpPr/>
          <p:nvPr userDrawn="1"/>
        </p:nvSpPr>
        <p:spPr>
          <a:xfrm>
            <a:off x="0" y="1361732"/>
            <a:ext cx="12192000" cy="5496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F57E3-4D97-1318-8174-01F1674342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56388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C7485-6A42-A5CF-E24C-E2160B80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500C-2F9E-466A-8CE8-A153989B07A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F4873-B8F8-F7BE-5B44-BF00FF02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FB567-6192-F313-566F-32BEF16E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Speaker Name Placeholder">
            <a:extLst>
              <a:ext uri="{FF2B5EF4-FFF2-40B4-BE49-F238E27FC236}">
                <a16:creationId xmlns:a16="http://schemas.microsoft.com/office/drawing/2014/main" id="{C55F7FE1-9639-9D73-2A30-A8467BD177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8986" y="455757"/>
            <a:ext cx="5394960" cy="193899"/>
          </a:xfr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/>
            </a:lvl1pPr>
          </a:lstStyle>
          <a:p>
            <a:pPr lvl="0"/>
            <a:r>
              <a:rPr lang="en-US" dirty="0"/>
              <a:t>Insert Speaker Name</a:t>
            </a:r>
          </a:p>
        </p:txBody>
      </p:sp>
      <p:sp>
        <p:nvSpPr>
          <p:cNvPr id="10" name="Agenda Time 1">
            <a:extLst>
              <a:ext uri="{FF2B5EF4-FFF2-40B4-BE49-F238E27FC236}">
                <a16:creationId xmlns:a16="http://schemas.microsoft.com/office/drawing/2014/main" id="{25523EEB-DE56-7AD5-B7BE-EAF6586306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94" y="2379335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1" name="Agenda Content 1">
            <a:extLst>
              <a:ext uri="{FF2B5EF4-FFF2-40B4-BE49-F238E27FC236}">
                <a16:creationId xmlns:a16="http://schemas.microsoft.com/office/drawing/2014/main" id="{352E534C-2BBA-6DA7-E8DB-83403A5A05D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3452397"/>
            <a:ext cx="1828800" cy="2948401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Agenda Time 2">
            <a:extLst>
              <a:ext uri="{FF2B5EF4-FFF2-40B4-BE49-F238E27FC236}">
                <a16:creationId xmlns:a16="http://schemas.microsoft.com/office/drawing/2014/main" id="{EC9D4FA4-31AD-D217-44CD-443319AE3A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19257" y="2379335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3" name="Agenda Content 2">
            <a:extLst>
              <a:ext uri="{FF2B5EF4-FFF2-40B4-BE49-F238E27FC236}">
                <a16:creationId xmlns:a16="http://schemas.microsoft.com/office/drawing/2014/main" id="{31AA5CC3-7855-774F-48AB-A4C93A462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19186" y="3452397"/>
            <a:ext cx="1828800" cy="2948401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Agenda Time 3">
            <a:extLst>
              <a:ext uri="{FF2B5EF4-FFF2-40B4-BE49-F238E27FC236}">
                <a16:creationId xmlns:a16="http://schemas.microsoft.com/office/drawing/2014/main" id="{BACB065A-3AB1-F860-8C4F-A573320B9A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1220" y="2379335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5" name="Agenda Content 3">
            <a:extLst>
              <a:ext uri="{FF2B5EF4-FFF2-40B4-BE49-F238E27FC236}">
                <a16:creationId xmlns:a16="http://schemas.microsoft.com/office/drawing/2014/main" id="{DF08108D-2F7E-3727-D7C9-FF646222C02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81172" y="3452397"/>
            <a:ext cx="1828800" cy="2948401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Agenda Time 4">
            <a:extLst>
              <a:ext uri="{FF2B5EF4-FFF2-40B4-BE49-F238E27FC236}">
                <a16:creationId xmlns:a16="http://schemas.microsoft.com/office/drawing/2014/main" id="{AD009D4F-4D2B-B140-8700-9CA52B0E8B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43183" y="2379335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7" name="Agenda Content 4">
            <a:extLst>
              <a:ext uri="{FF2B5EF4-FFF2-40B4-BE49-F238E27FC236}">
                <a16:creationId xmlns:a16="http://schemas.microsoft.com/office/drawing/2014/main" id="{008567FB-4D47-BD16-CF22-95405C2C3B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43158" y="3452397"/>
            <a:ext cx="1828800" cy="2948401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Agenda Time 5">
            <a:extLst>
              <a:ext uri="{FF2B5EF4-FFF2-40B4-BE49-F238E27FC236}">
                <a16:creationId xmlns:a16="http://schemas.microsoft.com/office/drawing/2014/main" id="{FCB708DF-2BFA-4363-EE9B-7E582395F70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146" y="2379335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9" name="Agenda Content 5">
            <a:extLst>
              <a:ext uri="{FF2B5EF4-FFF2-40B4-BE49-F238E27FC236}">
                <a16:creationId xmlns:a16="http://schemas.microsoft.com/office/drawing/2014/main" id="{DF82604F-2C74-3A29-B9D8-0447F18A9A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05146" y="3452397"/>
            <a:ext cx="1828800" cy="2948401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Agenda Title 1">
            <a:extLst>
              <a:ext uri="{FF2B5EF4-FFF2-40B4-BE49-F238E27FC236}">
                <a16:creationId xmlns:a16="http://schemas.microsoft.com/office/drawing/2014/main" id="{3FE3D8CC-3CE2-0C56-EA7F-6A70C8777A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629302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1" name="Agenda Title 2">
            <a:extLst>
              <a:ext uri="{FF2B5EF4-FFF2-40B4-BE49-F238E27FC236}">
                <a16:creationId xmlns:a16="http://schemas.microsoft.com/office/drawing/2014/main" id="{183351E6-56AB-83C8-2998-C8A7F61825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19257" y="2629302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2" name="Agenda Title 3">
            <a:extLst>
              <a:ext uri="{FF2B5EF4-FFF2-40B4-BE49-F238E27FC236}">
                <a16:creationId xmlns:a16="http://schemas.microsoft.com/office/drawing/2014/main" id="{2FCA556C-EF6C-4F11-EE78-48C87E5DC6E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81220" y="2629302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3" name="Agenda Title 4">
            <a:extLst>
              <a:ext uri="{FF2B5EF4-FFF2-40B4-BE49-F238E27FC236}">
                <a16:creationId xmlns:a16="http://schemas.microsoft.com/office/drawing/2014/main" id="{CBCD343B-2261-B6D9-B898-0277F9F172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43183" y="2629302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4" name="Agenda Title 5">
            <a:extLst>
              <a:ext uri="{FF2B5EF4-FFF2-40B4-BE49-F238E27FC236}">
                <a16:creationId xmlns:a16="http://schemas.microsoft.com/office/drawing/2014/main" id="{4882FF6B-44B4-AE88-7E54-C91AFE67EEC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5146" y="2629302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5" name="Agenda #1">
            <a:extLst>
              <a:ext uri="{FF2B5EF4-FFF2-40B4-BE49-F238E27FC236}">
                <a16:creationId xmlns:a16="http://schemas.microsoft.com/office/drawing/2014/main" id="{B97C9A1D-8D6E-6B16-2321-162804C854D3}"/>
              </a:ext>
            </a:extLst>
          </p:cNvPr>
          <p:cNvSpPr>
            <a:spLocks noGrp="1" noChangeAspect="1"/>
          </p:cNvSpPr>
          <p:nvPr>
            <p:ph type="body" sz="quarter" idx="47" hasCustomPrompt="1"/>
          </p:nvPr>
        </p:nvSpPr>
        <p:spPr>
          <a:xfrm>
            <a:off x="457200" y="181610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Agenda #2">
            <a:extLst>
              <a:ext uri="{FF2B5EF4-FFF2-40B4-BE49-F238E27FC236}">
                <a16:creationId xmlns:a16="http://schemas.microsoft.com/office/drawing/2014/main" id="{D88FD557-D87A-C347-BC4E-7086C3C392E2}"/>
              </a:ext>
            </a:extLst>
          </p:cNvPr>
          <p:cNvSpPr>
            <a:spLocks noGrp="1" noChangeAspect="1"/>
          </p:cNvSpPr>
          <p:nvPr>
            <p:ph type="body" sz="quarter" idx="48" hasCustomPrompt="1"/>
          </p:nvPr>
        </p:nvSpPr>
        <p:spPr>
          <a:xfrm>
            <a:off x="2819257" y="181610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7" name="Agenda #3">
            <a:extLst>
              <a:ext uri="{FF2B5EF4-FFF2-40B4-BE49-F238E27FC236}">
                <a16:creationId xmlns:a16="http://schemas.microsoft.com/office/drawing/2014/main" id="{0E7DF323-2017-40E4-91CE-24FADE5955DA}"/>
              </a:ext>
            </a:extLst>
          </p:cNvPr>
          <p:cNvSpPr>
            <a:spLocks noGrp="1" noChangeAspect="1"/>
          </p:cNvSpPr>
          <p:nvPr>
            <p:ph type="body" sz="quarter" idx="49" hasCustomPrompt="1"/>
          </p:nvPr>
        </p:nvSpPr>
        <p:spPr>
          <a:xfrm>
            <a:off x="5181220" y="181610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Agenda #4">
            <a:extLst>
              <a:ext uri="{FF2B5EF4-FFF2-40B4-BE49-F238E27FC236}">
                <a16:creationId xmlns:a16="http://schemas.microsoft.com/office/drawing/2014/main" id="{D4DE753C-8656-BD4A-90EC-3B12591969C0}"/>
              </a:ext>
            </a:extLst>
          </p:cNvPr>
          <p:cNvSpPr>
            <a:spLocks noGrp="1" noChangeAspect="1"/>
          </p:cNvSpPr>
          <p:nvPr>
            <p:ph type="body" sz="quarter" idx="50" hasCustomPrompt="1"/>
          </p:nvPr>
        </p:nvSpPr>
        <p:spPr>
          <a:xfrm>
            <a:off x="7543183" y="181610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Agenda #5">
            <a:extLst>
              <a:ext uri="{FF2B5EF4-FFF2-40B4-BE49-F238E27FC236}">
                <a16:creationId xmlns:a16="http://schemas.microsoft.com/office/drawing/2014/main" id="{F626AD14-82C9-B8DD-B896-12F92D0E4DD2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>
          <a:xfrm>
            <a:off x="9905146" y="181610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9E4636A1-3765-41EA-823F-D9E20218F045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2548021" y="1816099"/>
            <a:ext cx="9144" cy="4572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2E7F5DB4-5727-2422-464C-85469BF9CCBB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4910007" y="1816099"/>
            <a:ext cx="9144" cy="4572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4DFC5059-EFF4-5836-2F58-50530B00C4F7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7271993" y="1816099"/>
            <a:ext cx="9144" cy="4572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31" name="Divider">
            <a:extLst>
              <a:ext uri="{FF2B5EF4-FFF2-40B4-BE49-F238E27FC236}">
                <a16:creationId xmlns:a16="http://schemas.microsoft.com/office/drawing/2014/main" id="{8823A940-5528-D141-7CC8-665BA0338E29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9633979" y="1816099"/>
            <a:ext cx="9144" cy="4572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34" name="Speaker Title Placeholder">
            <a:extLst>
              <a:ext uri="{FF2B5EF4-FFF2-40B4-BE49-F238E27FC236}">
                <a16:creationId xmlns:a16="http://schemas.microsoft.com/office/drawing/2014/main" id="{407DB903-4FDE-69E1-0488-4D4B9B7B12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38987" y="747857"/>
            <a:ext cx="5394960" cy="215444"/>
          </a:xfrm>
        </p:spPr>
        <p:txBody>
          <a:bodyPr/>
          <a:lstStyle>
            <a:lvl1pPr marL="0" indent="0" algn="r">
              <a:buNone/>
              <a:defRPr b="0"/>
            </a:lvl1pPr>
            <a:lvl2pPr marL="0" indent="0" algn="r">
              <a:buNone/>
              <a:defRPr/>
            </a:lvl2pPr>
            <a:lvl3pPr marL="0" indent="0" algn="r">
              <a:buNone/>
              <a:defRPr/>
            </a:lvl3pPr>
            <a:lvl4pPr marL="0" indent="0" algn="r">
              <a:buNone/>
              <a:defRPr/>
            </a:lvl4pPr>
            <a:lvl5pPr marL="0" indent="0" algn="r">
              <a:buNone/>
              <a:defRPr/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dirty="0"/>
              <a:t>Insert Speaker Title</a:t>
            </a:r>
          </a:p>
        </p:txBody>
      </p:sp>
      <p:sp>
        <p:nvSpPr>
          <p:cNvPr id="33" name="MIO_LOGOPLACEHOLDER#SMALL" hidden="1">
            <a:extLst>
              <a:ext uri="{FF2B5EF4-FFF2-40B4-BE49-F238E27FC236}">
                <a16:creationId xmlns:a16="http://schemas.microsoft.com/office/drawing/2014/main" id="{352F6367-0B4B-F82A-BE78-20A2A9BFBEF7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E5689-446B-2C7E-F412-5B937577994C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699A2A-51F3-A045-02AF-824C0CB7BB76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63EEFC-2EB3-7B2B-EF1C-8C41020F6E4E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5314A13-2079-7F08-8191-C6FA018CD1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4811F48-0BBA-5217-FBCB-5A725A97A6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7077CDB-12B9-09C2-D201-A8738EE405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ADFE6B-70E9-9252-9D9F-E346BED0A1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374CEE5-8F8D-C16F-E2F2-44620DF6969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172B570-B320-0770-181F-E630EDDF8C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2ABDABC-BFD7-1968-E573-03749978F2B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420FA2-0D55-643C-DC60-DD6BD00224D8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7747395-FAD8-31BD-14A7-DD33F12008D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92A2B998-F919-2A8D-29AD-68452B09C60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24D2091-D512-A5F3-BAF1-5E1FABABE9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5AE3741-25B9-AEF0-0710-AEB18FAE6A8A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9A62ABD-F3F1-9E03-7099-390F7C69898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3B0B977-761D-6C7F-8370-FB3A2C03028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6631B1E-5B07-CEA1-4277-03388ECCBC2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Masterfield: Proprietary &amp; Confidential Option" hidden="1">
            <a:extLst>
              <a:ext uri="{FF2B5EF4-FFF2-40B4-BE49-F238E27FC236}">
                <a16:creationId xmlns:a16="http://schemas.microsoft.com/office/drawing/2014/main" id="{49831800-FB7B-23B5-3B6D-A89DFC69964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58" name="Masterfield: Custom legal disclaimer field" hidden="1">
            <a:extLst>
              <a:ext uri="{FF2B5EF4-FFF2-40B4-BE49-F238E27FC236}">
                <a16:creationId xmlns:a16="http://schemas.microsoft.com/office/drawing/2014/main" id="{C307E9CA-FA5B-A3CA-593B-19D7F04E8BF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59" name="Masterfield: Custom Watermark" hidden="1">
            <a:extLst>
              <a:ext uri="{FF2B5EF4-FFF2-40B4-BE49-F238E27FC236}">
                <a16:creationId xmlns:a16="http://schemas.microsoft.com/office/drawing/2014/main" id="{83AC75C0-4DA2-9CEE-15E3-773EBA381BE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222EC5-C116-E35E-9A91-53CA66F0871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457ADF1-FC81-51C7-857F-C1E4527B787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8739FA2-41C4-8050-D1D9-04947C2A384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2BA1A2E-CD94-4284-F477-B5307CBA0A2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61D6BDD-CB20-3D27-0A25-481D8D6B65E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1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 ~ 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Columns</a:t>
            </a:r>
          </a:p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Dark Blue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B04E3C-4C18-E8C0-CF71-01D9F20FCED9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BE4E2-EB64-6822-686A-87B0899572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166897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 Slid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981A8A-9AA0-1F3E-E032-5F27FF391EDB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5D7D7-E7C5-01AC-4519-7B2B7E70F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619ACBC-DC37-132E-A895-D5356D2A4BF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69FEF6-1513-A638-8CB3-FA1D3EFA7D0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3CDBA4-1D18-02EF-0745-B1569D39752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812A0F61-CAB8-E7DF-4316-201A2A849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B8005F-F818-7662-61AA-651D460E706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6999F9-0CDC-E6D9-CFDA-61A28B3876F5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964220-3CD9-8707-D8D2-5D7433E00D22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D2F0E5-AC7B-7878-7C39-74A5F587F5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F0D79A-1781-7D72-E66B-C4AC82E5C6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75C8C0-2C83-DFBD-F9B0-04A1787070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281D84-AA4E-A415-0BE0-CB14638D47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318D2C-AC94-45A1-5A22-15FD46F827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E28903A-C2F7-33E0-5C1C-55EE0FF1FD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44A2D7-DE9C-4DD7-F8B0-BB86DC1025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37A5AB4-114E-2442-4E3B-E2E768E22A94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4DEDB74-0BF8-E98D-C03E-F54FAD8F31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12B0D53-B123-A8C9-B618-2999189167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182169B-BF36-4441-8218-30593AC65E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9D0C2F6-26F6-45AE-DA16-91D0AC2E4F8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0728939-A318-BFDA-77E2-D42DA6423CB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BA3446C-5521-8309-EF6C-D8E518DEF3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1422304-80AC-031F-6055-E5EBE2AD7E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EF25CDEA-5EC5-911E-B694-2AF9E8D5206F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2C77A3FB-A112-5C9F-CD02-C9264992CFA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3" name="Masterfield: Custom legal disclaimer field" hidden="1">
            <a:extLst>
              <a:ext uri="{FF2B5EF4-FFF2-40B4-BE49-F238E27FC236}">
                <a16:creationId xmlns:a16="http://schemas.microsoft.com/office/drawing/2014/main" id="{4AE1F686-9350-C2D8-367B-A24EBE6B870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4" name="Masterfield: Custom Watermark" hidden="1">
            <a:extLst>
              <a:ext uri="{FF2B5EF4-FFF2-40B4-BE49-F238E27FC236}">
                <a16:creationId xmlns:a16="http://schemas.microsoft.com/office/drawing/2014/main" id="{66DCB001-3522-DD33-C5E6-587BF5F5280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B5064C-970E-108A-CC33-249164C08A6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EDB2492-09CA-5CBA-8202-67F0FE1390F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90D823-441D-235B-4486-BA727FFC162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B2026A-715D-A847-AB80-87BBAAE4922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77DBFD-50E8-757A-9480-200E952661F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257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 Slide Dark w/ Takeaw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981A8A-9AA0-1F3E-E032-5F27FF391EDB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5D7D7-E7C5-01AC-4519-7B2B7E70F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619ACBC-DC37-132E-A895-D5356D2A4BF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69FEF6-1513-A638-8CB3-FA1D3EFA7D0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3CDBA4-1D18-02EF-0745-B1569D39752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812A0F61-CAB8-E7DF-4316-201A2A849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B8005F-F818-7662-61AA-651D460E706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6999F9-0CDC-E6D9-CFDA-61A28B3876F5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964220-3CD9-8707-D8D2-5D7433E00D22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D2F0E5-AC7B-7878-7C39-74A5F587F5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F0D79A-1781-7D72-E66B-C4AC82E5C6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75C8C0-2C83-DFBD-F9B0-04A1787070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281D84-AA4E-A415-0BE0-CB14638D47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318D2C-AC94-45A1-5A22-15FD46F827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E28903A-C2F7-33E0-5C1C-55EE0FF1FD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44A2D7-DE9C-4DD7-F8B0-BB86DC1025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37A5AB4-114E-2442-4E3B-E2E768E22A94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4DEDB74-0BF8-E98D-C03E-F54FAD8F31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12B0D53-B123-A8C9-B618-2999189167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182169B-BF36-4441-8218-30593AC65E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9D0C2F6-26F6-45AE-DA16-91D0AC2E4F8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0728939-A318-BFDA-77E2-D42DA6423CB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BA3446C-5521-8309-EF6C-D8E518DEF3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1422304-80AC-031F-6055-E5EBE2AD7EF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EF25CDEA-5EC5-911E-B694-2AF9E8D5206F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2C77A3FB-A112-5C9F-CD02-C9264992CFA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3" name="Masterfield: Custom legal disclaimer field" hidden="1">
            <a:extLst>
              <a:ext uri="{FF2B5EF4-FFF2-40B4-BE49-F238E27FC236}">
                <a16:creationId xmlns:a16="http://schemas.microsoft.com/office/drawing/2014/main" id="{4AE1F686-9350-C2D8-367B-A24EBE6B870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4" name="Masterfield: Custom Watermark" hidden="1">
            <a:extLst>
              <a:ext uri="{FF2B5EF4-FFF2-40B4-BE49-F238E27FC236}">
                <a16:creationId xmlns:a16="http://schemas.microsoft.com/office/drawing/2014/main" id="{66DCB001-3522-DD33-C5E6-587BF5F5280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7" name="Takeaway Box">
            <a:extLst>
              <a:ext uri="{FF2B5EF4-FFF2-40B4-BE49-F238E27FC236}">
                <a16:creationId xmlns:a16="http://schemas.microsoft.com/office/drawing/2014/main" id="{D0FFEF4C-9FEA-53B6-234B-08990A7259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C3D7CF-1097-4CB2-8B6C-E639D2BA426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A80C05-7680-23AA-24FB-9274B43CE7E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7194F1C-8616-5CE4-C854-C6FF8509A33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B600B0-EFC8-800C-D7F4-C6DA27F4AAF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C4E4F0-2006-3C93-A3B4-23AEE8E2D35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549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9CDD8E-6AC1-CCBE-47DE-34869E9AD3C8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38DD65E-925E-884E-36BC-ABF4BA36B39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CC31AED-7BA8-096F-F364-1807E7B01D1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ADD00D-6B17-6B10-9DE0-DA32B55730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D9B2FA4A-2D64-A28F-DD4A-E6CFBBB3E7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CBB003-D962-4F5F-523B-29AAE8A96D6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0F1BB7-3593-77E9-C278-4A0E3D837650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3040FB-AABC-6DE8-EB06-724A0E5EE9CD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4A56E2C-A4F5-432D-8BC4-03181D3848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E1A151-8DDD-2F47-B33B-AC01B83420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CEA94A-A64F-FA48-D1ED-5ABA377FDB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472FF1-2203-70D7-C229-1A34C8C80E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06BE60-F958-D063-3EC0-2DA8272271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CEDD40-11C3-C324-CF5A-E0294495E9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A53CBF-4062-AA8A-A72E-8A2BB21CEA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4EE82A6-5EA5-3A2B-F4F0-6597B7E47F53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C3F201E-8C1C-3D61-A0CA-2CBD77083B9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0474B94-04AF-8F53-06BA-206D8E69E76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9277C83-BAAF-E0B9-3FF0-E1101D74470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9E10133-9DC3-0B72-0B0E-B6749B4668F4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3C01AC6-216F-A6C3-B8F7-ABFCD3E20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2CAB34A-3C88-ECCF-09EA-AF301CCA64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8485234-AC77-F9F0-E475-C5A2CBDE6D0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3773C8AF-0149-937A-7FCB-E52100903239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0C7439F3-39E6-BDA0-165D-8E45CB4327B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4" name="Masterfield: Custom legal disclaimer field" hidden="1">
            <a:extLst>
              <a:ext uri="{FF2B5EF4-FFF2-40B4-BE49-F238E27FC236}">
                <a16:creationId xmlns:a16="http://schemas.microsoft.com/office/drawing/2014/main" id="{7988962A-9A8D-624C-C570-61BB416F8ED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5" name="Masterfield: Custom Watermark" hidden="1">
            <a:extLst>
              <a:ext uri="{FF2B5EF4-FFF2-40B4-BE49-F238E27FC236}">
                <a16:creationId xmlns:a16="http://schemas.microsoft.com/office/drawing/2014/main" id="{EF6CAAAC-E863-C384-6858-F651A6E3E738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6" name="Content Placeholder 6">
            <a:extLst>
              <a:ext uri="{FF2B5EF4-FFF2-40B4-BE49-F238E27FC236}">
                <a16:creationId xmlns:a16="http://schemas.microsoft.com/office/drawing/2014/main" id="{A0374B23-697D-A584-8842-C4C0130B023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18488"/>
            <a:ext cx="11277600" cy="478231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447521-2D0C-3391-88B0-555E86F7C87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80874B-0AA2-CE8A-A0C3-D7EE2BE38DA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98DC74D-0100-EF5B-D4E1-EE908E7569D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467A57-0B44-E413-E71E-48DB0C03B10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4DE616D-71F6-216E-A3A5-39B2CAFB432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889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Dark w/ Title and Takeaway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9CDD8E-6AC1-CCBE-47DE-34869E9AD3C8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38DD65E-925E-884E-36BC-ABF4BA36B39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CC31AED-7BA8-096F-F364-1807E7B01D1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ADD00D-6B17-6B10-9DE0-DA32B55730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D9B2FA4A-2D64-A28F-DD4A-E6CFBBB3E7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CBB003-D962-4F5F-523B-29AAE8A96D6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0F1BB7-3593-77E9-C278-4A0E3D837650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3040FB-AABC-6DE8-EB06-724A0E5EE9CD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4A56E2C-A4F5-432D-8BC4-03181D3848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E1A151-8DDD-2F47-B33B-AC01B83420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CEA94A-A64F-FA48-D1ED-5ABA377FDB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472FF1-2203-70D7-C229-1A34C8C80E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06BE60-F958-D063-3EC0-2DA8272271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CEDD40-11C3-C324-CF5A-E0294495E9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A53CBF-4062-AA8A-A72E-8A2BB21CEA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4EE82A6-5EA5-3A2B-F4F0-6597B7E47F53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C3F201E-8C1C-3D61-A0CA-2CBD77083B9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0474B94-04AF-8F53-06BA-206D8E69E76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9277C83-BAAF-E0B9-3FF0-E1101D74470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9E10133-9DC3-0B72-0B0E-B6749B4668F4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3C01AC6-216F-A6C3-B8F7-ABFCD3E20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2CAB34A-3C88-ECCF-09EA-AF301CCA64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8485234-AC77-F9F0-E475-C5A2CBDE6D0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3773C8AF-0149-937A-7FCB-E52100903239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0C7439F3-39E6-BDA0-165D-8E45CB4327B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4" name="Masterfield: Custom legal disclaimer field" hidden="1">
            <a:extLst>
              <a:ext uri="{FF2B5EF4-FFF2-40B4-BE49-F238E27FC236}">
                <a16:creationId xmlns:a16="http://schemas.microsoft.com/office/drawing/2014/main" id="{7988962A-9A8D-624C-C570-61BB416F8ED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5" name="Masterfield: Custom Watermark" hidden="1">
            <a:extLst>
              <a:ext uri="{FF2B5EF4-FFF2-40B4-BE49-F238E27FC236}">
                <a16:creationId xmlns:a16="http://schemas.microsoft.com/office/drawing/2014/main" id="{EF6CAAAC-E863-C384-6858-F651A6E3E738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6" name="Content Placeholder 6">
            <a:extLst>
              <a:ext uri="{FF2B5EF4-FFF2-40B4-BE49-F238E27FC236}">
                <a16:creationId xmlns:a16="http://schemas.microsoft.com/office/drawing/2014/main" id="{18985DE3-ACC7-85BB-9D66-22A9579EFD7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1599"/>
            <a:ext cx="11277600" cy="34911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1B9BE5DC-1B9E-E761-7888-944D759280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38" name="Takeaway Box">
            <a:extLst>
              <a:ext uri="{FF2B5EF4-FFF2-40B4-BE49-F238E27FC236}">
                <a16:creationId xmlns:a16="http://schemas.microsoft.com/office/drawing/2014/main" id="{843780E6-B874-01AA-E69A-57954624D8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19F84D-3B45-1AFF-4F84-8B0611180CA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1CFB830-2083-3586-4E2D-23796569171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F400DA-71EF-F682-4965-A598B41C6A5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22F349-D925-45BC-5A78-925C96B6912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61A16E-9813-72F2-56E9-F4FC97DC9CA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724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B8FAFC-6852-0BC3-CC8C-C30E0A41FBA4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F03C98D-01C7-4D48-5F7C-15E709D4932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0A1C623-DD67-2726-DE55-8BBFC040017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CA42BFA-B591-A350-0524-DCE6812C31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6070A195-C625-38FA-F5C4-78690FB15D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E4F675-80DF-5218-8909-F7D20B125758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EFF41-358B-641A-A7F8-0A8955D27F77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176C2E-3A1C-A60E-888A-5E795855F25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764A438-0483-4864-CB5C-6120F945CA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89852D-85F1-E376-C001-9E40E08CF0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72641CD-3B95-E592-B3D8-45B637AE55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1D29C1-2EB1-1475-741B-F8561F4D95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06CE6D6-F440-34A3-DB60-796836670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FB79DA-B6F4-1592-0303-63CDF72DEC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9CFE58E-A8BE-8E26-D666-2607FF321D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2632B1E-B3CD-5A44-3078-7808A5AF30C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5ED1CB9-7F90-7CAE-563F-F04946D3645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C5EEB91-94A1-3B01-F1B7-4994BAF0CF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C945AEF-970E-44ED-8F68-7339BB541A9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5A63D78-5DB1-9B54-8B81-E56E7E84F6DE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8B14FE0-A1D0-85A5-06E9-9DD99499F32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DE3AD3E-003B-3081-568E-4D198C034E2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4EDC169-B09C-24F7-2400-C2B866BECC2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572C70B2-4671-0F59-D10B-D13812346711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4B62D1DD-968D-6A67-092F-BA46995B095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6" name="Masterfield: Custom legal disclaimer field" hidden="1">
            <a:extLst>
              <a:ext uri="{FF2B5EF4-FFF2-40B4-BE49-F238E27FC236}">
                <a16:creationId xmlns:a16="http://schemas.microsoft.com/office/drawing/2014/main" id="{11F5D3CC-9D2D-5DB3-EF73-CE8EC75B8E6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7" name="Masterfield: Custom Watermark" hidden="1">
            <a:extLst>
              <a:ext uri="{FF2B5EF4-FFF2-40B4-BE49-F238E27FC236}">
                <a16:creationId xmlns:a16="http://schemas.microsoft.com/office/drawing/2014/main" id="{A608DD4B-EA7D-DC43-D07F-A0FEEFA4DF9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0" name="Content Placeholder Left">
            <a:extLst>
              <a:ext uri="{FF2B5EF4-FFF2-40B4-BE49-F238E27FC236}">
                <a16:creationId xmlns:a16="http://schemas.microsoft.com/office/drawing/2014/main" id="{B0354DE9-F202-8203-C411-8E706A516E5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199" y="1618488"/>
            <a:ext cx="5177025" cy="4754878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Content Placeholder Right">
            <a:extLst>
              <a:ext uri="{FF2B5EF4-FFF2-40B4-BE49-F238E27FC236}">
                <a16:creationId xmlns:a16="http://schemas.microsoft.com/office/drawing/2014/main" id="{B2A9644B-F7FA-3B5E-B6BB-0A20F5EF871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8628" y="1618487"/>
            <a:ext cx="5186172" cy="4754877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C0761FDA-98B4-C32A-DC27-BC6D63030496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6091428" y="1618487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DDFD2C-5721-DCDB-2CB1-6296A9CF16B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3E7EED-4F74-0272-C6BD-1E1D0D411E4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D56928-A026-E3D6-67C3-E657A555C54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DCF5301-E7F0-12C0-A356-D29AC75305B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4746FB-419E-7932-6038-B5398EC7FBF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899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Dark w/ Title and Takeaw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B8FAFC-6852-0BC3-CC8C-C30E0A41FBA4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F03C98D-01C7-4D48-5F7C-15E709D4932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0A1C623-DD67-2726-DE55-8BBFC040017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CA42BFA-B591-A350-0524-DCE6812C31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6070A195-C625-38FA-F5C4-78690FB15D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E4F675-80DF-5218-8909-F7D20B125758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EFF41-358B-641A-A7F8-0A8955D27F77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176C2E-3A1C-A60E-888A-5E795855F25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764A438-0483-4864-CB5C-6120F945CA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89852D-85F1-E376-C001-9E40E08CF0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72641CD-3B95-E592-B3D8-45B637AE55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1D29C1-2EB1-1475-741B-F8561F4D95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06CE6D6-F440-34A3-DB60-796836670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FB79DA-B6F4-1592-0303-63CDF72DEC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9CFE58E-A8BE-8E26-D666-2607FF321D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2632B1E-B3CD-5A44-3078-7808A5AF30C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5ED1CB9-7F90-7CAE-563F-F04946D3645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C5EEB91-94A1-3B01-F1B7-4994BAF0CF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C945AEF-970E-44ED-8F68-7339BB541A9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5A63D78-5DB1-9B54-8B81-E56E7E84F6DE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8B14FE0-A1D0-85A5-06E9-9DD99499F32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DE3AD3E-003B-3081-568E-4D198C034E2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4EDC169-B09C-24F7-2400-C2B866BECC2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572C70B2-4671-0F59-D10B-D13812346711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4B62D1DD-968D-6A67-092F-BA46995B095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6" name="Masterfield: Custom legal disclaimer field" hidden="1">
            <a:extLst>
              <a:ext uri="{FF2B5EF4-FFF2-40B4-BE49-F238E27FC236}">
                <a16:creationId xmlns:a16="http://schemas.microsoft.com/office/drawing/2014/main" id="{11F5D3CC-9D2D-5DB3-EF73-CE8EC75B8E6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7" name="Masterfield: Custom Watermark" hidden="1">
            <a:extLst>
              <a:ext uri="{FF2B5EF4-FFF2-40B4-BE49-F238E27FC236}">
                <a16:creationId xmlns:a16="http://schemas.microsoft.com/office/drawing/2014/main" id="{A608DD4B-EA7D-DC43-D07F-A0FEEFA4DF9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8" name="Content Placeholder Left">
            <a:extLst>
              <a:ext uri="{FF2B5EF4-FFF2-40B4-BE49-F238E27FC236}">
                <a16:creationId xmlns:a16="http://schemas.microsoft.com/office/drawing/2014/main" id="{A1CED392-7502-3090-DDEB-5A7DFEA1F3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199" y="2130552"/>
            <a:ext cx="5179115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Content Placeholder Right">
            <a:extLst>
              <a:ext uri="{FF2B5EF4-FFF2-40B4-BE49-F238E27FC236}">
                <a16:creationId xmlns:a16="http://schemas.microsoft.com/office/drawing/2014/main" id="{B85F5B2D-B22A-CD19-A848-01D80526E77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52579" y="2130552"/>
            <a:ext cx="5182221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akeaway Box">
            <a:extLst>
              <a:ext uri="{FF2B5EF4-FFF2-40B4-BE49-F238E27FC236}">
                <a16:creationId xmlns:a16="http://schemas.microsoft.com/office/drawing/2014/main" id="{7CB0708E-5C94-E327-7C91-D58DE83E5E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F454A260-6935-6F80-0976-E6DDF73AE5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131E3765-E9C6-6579-6B54-B97127940763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609142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9B4461-8733-A80E-D36E-1FF0A63C819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74AF17-9EF1-2FBB-4D11-65F65EECDB5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25EB06-61B7-158A-D012-3A6B7C23F97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029628-5301-5113-096E-A2A5B9A4442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40636E-FAED-0CF8-FD5F-1FDC50F373E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299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A9FC79-1531-7CF0-10F4-FA772BF34E23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08EA6D2-4FC6-A380-710F-FB69020DE0D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A5BEF4B-F075-A19C-8909-184689E7B9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54A8FE9-4C08-C05D-C5DA-4D754EBD383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AE3D538B-8497-F8D7-9512-8E94A85E04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343E6-EC09-D51E-CF44-3E2B0C3AEAC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03636-E7E2-BE40-4585-16850E7AC942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C95CB4-B2B3-6C5A-3E36-425BDAC83746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4D54E9-CB95-AFF2-E9B4-FD448F6001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A51F36-E0F3-F0DA-0499-E1C90E5131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7CF9874-D9A0-037F-8295-83D04D69B8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8CA5A7-F8C6-DDFF-B69B-DFC372783C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C65841-5B27-94D6-45B4-F71CC9496D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50336A0-54F3-B8C7-66C5-E0BBDD8D93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857424F-18BD-834B-684F-351E939A56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993620-56AD-3200-1F43-81CAEC7A3918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5083B91-C2C0-1609-258C-71ACE739B90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B8EA0C0-681A-BBAB-2F5B-C2EE24FA61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E4A4C73-4F7B-55BC-73AE-2AF328B5EC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1B4035E-8FAE-A71B-CF31-A954805ABA0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7B7C7DF-E4E7-323E-D868-49B6055730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C4DA804-EFF1-EBFA-1DDB-E38D0395A4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CA8A2EF-F595-3E04-DCFF-A61DD736C33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85B9F311-B1EC-CD95-867F-B5FCFF4E5A99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EE0049F4-AC2C-BABF-1CA0-75F298B95BB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9" name="Masterfield: Proprietary &amp; Confidential Option" hidden="1">
            <a:extLst>
              <a:ext uri="{FF2B5EF4-FFF2-40B4-BE49-F238E27FC236}">
                <a16:creationId xmlns:a16="http://schemas.microsoft.com/office/drawing/2014/main" id="{CD3ECB08-5D62-7D32-EB7B-C1125D06BCC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678153" y="68453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0" name="Masterfield: Custom legal disclaimer field" hidden="1">
            <a:extLst>
              <a:ext uri="{FF2B5EF4-FFF2-40B4-BE49-F238E27FC236}">
                <a16:creationId xmlns:a16="http://schemas.microsoft.com/office/drawing/2014/main" id="{042CB6C1-6440-AC32-4429-6D0208BFDCC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1" name="Masterfield: Custom Watermark" hidden="1">
            <a:extLst>
              <a:ext uri="{FF2B5EF4-FFF2-40B4-BE49-F238E27FC236}">
                <a16:creationId xmlns:a16="http://schemas.microsoft.com/office/drawing/2014/main" id="{5E4FC0E5-6E87-6232-2DDB-5C71C65CBAA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2" name="Content Placeholder Left">
            <a:extLst>
              <a:ext uri="{FF2B5EF4-FFF2-40B4-BE49-F238E27FC236}">
                <a16:creationId xmlns:a16="http://schemas.microsoft.com/office/drawing/2014/main" id="{2E02BABB-0557-371F-CD30-EC009FF08B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32004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Content Placeholder Middle">
            <a:extLst>
              <a:ext uri="{FF2B5EF4-FFF2-40B4-BE49-F238E27FC236}">
                <a16:creationId xmlns:a16="http://schemas.microsoft.com/office/drawing/2014/main" id="{A9657133-8E83-8A20-7473-870C0844108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95800" y="1600200"/>
            <a:ext cx="32004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Content Placeholder Right">
            <a:extLst>
              <a:ext uri="{FF2B5EF4-FFF2-40B4-BE49-F238E27FC236}">
                <a16:creationId xmlns:a16="http://schemas.microsoft.com/office/drawing/2014/main" id="{DF5F203A-331B-0DA3-7A0E-4A5EA76A44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1600200"/>
            <a:ext cx="32004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221F30D3-9E18-3820-44AC-4E3264E897AE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4072128" y="1583268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8C54C660-59EA-BE1D-C66E-994DF4D6CBC0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8110728" y="1583268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9078E-993B-7F4A-B12A-07FCC148186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A71EF-1305-BDBB-D63B-D5BE2A1C21B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16DA4E-F756-598C-FF3D-52BA6970412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2C54C2-C016-1E79-BF3E-42F80CBF0A7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CC9D360-0096-219A-1746-2B03EB6BF93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85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Dark w/ Title and Takeaw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A9FC79-1531-7CF0-10F4-FA772BF34E23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08EA6D2-4FC6-A380-710F-FB69020DE0D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A5BEF4B-F075-A19C-8909-184689E7B9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54A8FE9-4C08-C05D-C5DA-4D754EBD383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Source Placeholder">
            <a:extLst>
              <a:ext uri="{FF2B5EF4-FFF2-40B4-BE49-F238E27FC236}">
                <a16:creationId xmlns:a16="http://schemas.microsoft.com/office/drawing/2014/main" id="{AE3D538B-8497-F8D7-9512-8E94A85E04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343E6-EC09-D51E-CF44-3E2B0C3AEAC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03636-E7E2-BE40-4585-16850E7AC942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C95CB4-B2B3-6C5A-3E36-425BDAC83746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4D54E9-CB95-AFF2-E9B4-FD448F6001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A51F36-E0F3-F0DA-0499-E1C90E5131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7CF9874-D9A0-037F-8295-83D04D69B8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8CA5A7-F8C6-DDFF-B69B-DFC372783C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C65841-5B27-94D6-45B4-F71CC9496D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50336A0-54F3-B8C7-66C5-E0BBDD8D93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857424F-18BD-834B-684F-351E939A56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993620-56AD-3200-1F43-81CAEC7A3918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5083B91-C2C0-1609-258C-71ACE739B90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B8EA0C0-681A-BBAB-2F5B-C2EE24FA61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E4A4C73-4F7B-55BC-73AE-2AF328B5EC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1B4035E-8FAE-A71B-CF31-A954805ABA0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7B7C7DF-E4E7-323E-D868-49B6055730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C4DA804-EFF1-EBFA-1DDB-E38D0395A4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CA8A2EF-F595-3E04-DCFF-A61DD736C33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MIO_LOGOPLACEHOLDER#SMALL_LIGHT" hidden="1">
            <a:extLst>
              <a:ext uri="{FF2B5EF4-FFF2-40B4-BE49-F238E27FC236}">
                <a16:creationId xmlns:a16="http://schemas.microsoft.com/office/drawing/2014/main" id="{85B9F311-B1EC-CD95-867F-B5FCFF4E5A99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EE0049F4-AC2C-BABF-1CA0-75F298B95BB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9" name="Masterfield: Proprietary &amp; Confidential Option" hidden="1">
            <a:extLst>
              <a:ext uri="{FF2B5EF4-FFF2-40B4-BE49-F238E27FC236}">
                <a16:creationId xmlns:a16="http://schemas.microsoft.com/office/drawing/2014/main" id="{CD3ECB08-5D62-7D32-EB7B-C1125D06BCC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678153" y="68453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0" name="Masterfield: Custom legal disclaimer field" hidden="1">
            <a:extLst>
              <a:ext uri="{FF2B5EF4-FFF2-40B4-BE49-F238E27FC236}">
                <a16:creationId xmlns:a16="http://schemas.microsoft.com/office/drawing/2014/main" id="{042CB6C1-6440-AC32-4429-6D0208BFDCC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1" name="Masterfield: Custom Watermark" hidden="1">
            <a:extLst>
              <a:ext uri="{FF2B5EF4-FFF2-40B4-BE49-F238E27FC236}">
                <a16:creationId xmlns:a16="http://schemas.microsoft.com/office/drawing/2014/main" id="{5E4FC0E5-6E87-6232-2DDB-5C71C65CBAA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2" name="Content Placeholder Left">
            <a:extLst>
              <a:ext uri="{FF2B5EF4-FFF2-40B4-BE49-F238E27FC236}">
                <a16:creationId xmlns:a16="http://schemas.microsoft.com/office/drawing/2014/main" id="{BDBF4433-BE9C-2FA3-98BA-03BF3E8F35A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0552"/>
            <a:ext cx="32004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Content Placeholder Middle">
            <a:extLst>
              <a:ext uri="{FF2B5EF4-FFF2-40B4-BE49-F238E27FC236}">
                <a16:creationId xmlns:a16="http://schemas.microsoft.com/office/drawing/2014/main" id="{6F6833FB-3083-C40D-3A1A-3B43231B1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95800" y="2130552"/>
            <a:ext cx="32004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Content Placeholder Right">
            <a:extLst>
              <a:ext uri="{FF2B5EF4-FFF2-40B4-BE49-F238E27FC236}">
                <a16:creationId xmlns:a16="http://schemas.microsoft.com/office/drawing/2014/main" id="{6D0552FE-06FA-B37E-72F8-1BFE7D57B4F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2130552"/>
            <a:ext cx="32004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7" name="Takeaway Box">
            <a:extLst>
              <a:ext uri="{FF2B5EF4-FFF2-40B4-BE49-F238E27FC236}">
                <a16:creationId xmlns:a16="http://schemas.microsoft.com/office/drawing/2014/main" id="{A9496A76-6A9F-D33C-142D-C56A6CAEE7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8" name="Subtitle Placeholder">
            <a:extLst>
              <a:ext uri="{FF2B5EF4-FFF2-40B4-BE49-F238E27FC236}">
                <a16:creationId xmlns:a16="http://schemas.microsoft.com/office/drawing/2014/main" id="{580934EA-E458-45C4-1249-43820B70D9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B13E3CF5-CB8C-F11B-FD9F-7AAB945CC3DE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407212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265309FE-DFA9-19B7-0834-EB1FC25D386F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811072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8A5227-99E6-6D61-A7BB-71F061B547F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FEC35E-940F-DAA4-DCAA-A34050C0D85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AAAE05-04BC-1428-4B52-06215B090E9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83AB57-BD12-7695-2F10-FADA83510ED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A1691AF-7B40-3501-99F0-14892E84ECE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849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1CC71E5-8B1F-C536-DFDA-C78F802C7702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1D22-F365-4D2F-B337-A8F957D5C295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ent Placeholder Left">
            <a:extLst>
              <a:ext uri="{FF2B5EF4-FFF2-40B4-BE49-F238E27FC236}">
                <a16:creationId xmlns:a16="http://schemas.microsoft.com/office/drawing/2014/main" id="{33F46651-210B-D758-272D-DDC987A52D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22860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Left Middle">
            <a:extLst>
              <a:ext uri="{FF2B5EF4-FFF2-40B4-BE49-F238E27FC236}">
                <a16:creationId xmlns:a16="http://schemas.microsoft.com/office/drawing/2014/main" id="{C767B845-E802-4C1B-1DB3-22508D7A1CB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54400" y="1600200"/>
            <a:ext cx="22860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Right Middle">
            <a:extLst>
              <a:ext uri="{FF2B5EF4-FFF2-40B4-BE49-F238E27FC236}">
                <a16:creationId xmlns:a16="http://schemas.microsoft.com/office/drawing/2014/main" id="{758DAB63-4095-7FFE-6ED7-A8DFFFA30F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51600" y="1600200"/>
            <a:ext cx="22860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Right">
            <a:extLst>
              <a:ext uri="{FF2B5EF4-FFF2-40B4-BE49-F238E27FC236}">
                <a16:creationId xmlns:a16="http://schemas.microsoft.com/office/drawing/2014/main" id="{361CFC33-190E-D1FE-98FE-4137DFC4AB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448800" y="1600200"/>
            <a:ext cx="2286000" cy="47548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EA292CFC-05F1-BD4C-3B60-6E46A7A78F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BC1E2A-0D5A-0A3B-8B17-55A354E012F6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9A00F-F05B-1AC8-23A2-9C6DADCE845E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9EA617-EADA-9129-27E7-22BB9794863A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69A1F8D-AC3F-7584-45CB-528E2BD539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7855FEA-3404-5A45-91B9-7B01F2CAFE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4931F01-23FC-D658-7A80-A5916EF09E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A37B68-70F7-E225-F1FA-0A21FF2B8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1F73CA-956D-3FAC-3B4F-88700DBE75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1248974-0B43-3F99-C695-0C1831AD04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081B354-1D18-870F-B157-472875B9A9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670575F-4367-7774-5C50-FF55739C4ED8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FFFBD7D-9F3F-0D69-499B-AA495A576E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2CE8FF9-D407-8687-5F26-23BC08E8A4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C5DB7F9-ADD8-BB24-DD99-8F3FFCB7D6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2CF895E-2461-CE17-97C7-C80ACD78A90E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4B51BF-CFFE-F9F1-14B3-71C86A975A3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D4562CD-2151-6686-C08E-916EE512D22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21F489E-D41A-57F4-A1A3-D5216667CA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MIO_LOGOPLACEHOLDER#SMALL_LIGHT" hidden="1">
            <a:extLst>
              <a:ext uri="{FF2B5EF4-FFF2-40B4-BE49-F238E27FC236}">
                <a16:creationId xmlns:a16="http://schemas.microsoft.com/office/drawing/2014/main" id="{E7748D6B-20E1-9578-BF76-9E9AFDC8BDD4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2" name="Masterfield: Proprietary &amp; Confidential Option" hidden="1">
            <a:extLst>
              <a:ext uri="{FF2B5EF4-FFF2-40B4-BE49-F238E27FC236}">
                <a16:creationId xmlns:a16="http://schemas.microsoft.com/office/drawing/2014/main" id="{A9EDB639-A3BD-76A5-C944-3F6182DC098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0" name="Masterfield: Custom legal disclaimer field" hidden="1">
            <a:extLst>
              <a:ext uri="{FF2B5EF4-FFF2-40B4-BE49-F238E27FC236}">
                <a16:creationId xmlns:a16="http://schemas.microsoft.com/office/drawing/2014/main" id="{070CD289-179E-00ED-DDA0-5BB147D9CAA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1" name="Masterfield: Custom Watermark" hidden="1">
            <a:extLst>
              <a:ext uri="{FF2B5EF4-FFF2-40B4-BE49-F238E27FC236}">
                <a16:creationId xmlns:a16="http://schemas.microsoft.com/office/drawing/2014/main" id="{CC44CA30-931F-DA45-1A66-AD15420F6EB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2" name="Divider">
            <a:extLst>
              <a:ext uri="{FF2B5EF4-FFF2-40B4-BE49-F238E27FC236}">
                <a16:creationId xmlns:a16="http://schemas.microsoft.com/office/drawing/2014/main" id="{E774EB90-6526-C64F-8764-F70C099A4BA3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309422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4" name="Divider">
            <a:extLst>
              <a:ext uri="{FF2B5EF4-FFF2-40B4-BE49-F238E27FC236}">
                <a16:creationId xmlns:a16="http://schemas.microsoft.com/office/drawing/2014/main" id="{20E0CB5B-0FE7-EA28-CE5B-A766FC17553C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609142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5" name="Divider">
            <a:extLst>
              <a:ext uri="{FF2B5EF4-FFF2-40B4-BE49-F238E27FC236}">
                <a16:creationId xmlns:a16="http://schemas.microsoft.com/office/drawing/2014/main" id="{5AC14476-AA02-0B94-D838-CA04818E1F08}"/>
              </a:ext>
            </a:extLst>
          </p:cNvPr>
          <p:cNvSpPr>
            <a:spLocks noGrp="1"/>
          </p:cNvSpPr>
          <p:nvPr>
            <p:ph type="media" sz="quarter" idx="25"/>
          </p:nvPr>
        </p:nvSpPr>
        <p:spPr>
          <a:xfrm>
            <a:off x="908862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D5A2D0-2DF6-2D34-A21D-819DB52B5D7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C241E0-A5AB-E30D-8008-1CD50524169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5DC75E-756F-EF44-3CB5-F784F711D6F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32B4F8-631C-6732-A614-303A4DEE609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771E914-5C93-E19D-80CA-1A5D6513D80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294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1951" userDrawn="1">
          <p15:clr>
            <a:srgbClr val="FBAE40"/>
          </p15:clr>
        </p15:guide>
        <p15:guide id="2" pos="5731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Dark w/ Title and Takeaw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1CC71E5-8B1F-C536-DFDA-C78F802C7702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1D22-F365-4D2F-B337-A8F957D5C295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EA292CFC-05F1-BD4C-3B60-6E46A7A78F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BC1E2A-0D5A-0A3B-8B17-55A354E012F6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9A00F-F05B-1AC8-23A2-9C6DADCE845E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9EA617-EADA-9129-27E7-22BB9794863A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69A1F8D-AC3F-7584-45CB-528E2BD539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7855FEA-3404-5A45-91B9-7B01F2CAFE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4931F01-23FC-D658-7A80-A5916EF09E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A37B68-70F7-E225-F1FA-0A21FF2B8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1F73CA-956D-3FAC-3B4F-88700DBE75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1248974-0B43-3F99-C695-0C1831AD04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081B354-1D18-870F-B157-472875B9A9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670575F-4367-7774-5C50-FF55739C4ED8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FFFBD7D-9F3F-0D69-499B-AA495A576E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2CE8FF9-D407-8687-5F26-23BC08E8A4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C5DB7F9-ADD8-BB24-DD99-8F3FFCB7D6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2CF895E-2461-CE17-97C7-C80ACD78A90E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4B51BF-CFFE-F9F1-14B3-71C86A975A3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D4562CD-2151-6686-C08E-916EE512D22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21F489E-D41A-57F4-A1A3-D5216667CA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MIO_LOGOPLACEHOLDER#SMALL_LIGHT" hidden="1">
            <a:extLst>
              <a:ext uri="{FF2B5EF4-FFF2-40B4-BE49-F238E27FC236}">
                <a16:creationId xmlns:a16="http://schemas.microsoft.com/office/drawing/2014/main" id="{E7748D6B-20E1-9578-BF76-9E9AFDC8BDD4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2" name="Masterfield: Proprietary &amp; Confidential Option" hidden="1">
            <a:extLst>
              <a:ext uri="{FF2B5EF4-FFF2-40B4-BE49-F238E27FC236}">
                <a16:creationId xmlns:a16="http://schemas.microsoft.com/office/drawing/2014/main" id="{A9EDB639-A3BD-76A5-C944-3F6182DC098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0" name="Masterfield: Custom legal disclaimer field" hidden="1">
            <a:extLst>
              <a:ext uri="{FF2B5EF4-FFF2-40B4-BE49-F238E27FC236}">
                <a16:creationId xmlns:a16="http://schemas.microsoft.com/office/drawing/2014/main" id="{070CD289-179E-00ED-DDA0-5BB147D9CAA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1" name="Masterfield: Custom Watermark" hidden="1">
            <a:extLst>
              <a:ext uri="{FF2B5EF4-FFF2-40B4-BE49-F238E27FC236}">
                <a16:creationId xmlns:a16="http://schemas.microsoft.com/office/drawing/2014/main" id="{CC44CA30-931F-DA45-1A66-AD15420F6EB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2" name="Content Placeholder Left">
            <a:extLst>
              <a:ext uri="{FF2B5EF4-FFF2-40B4-BE49-F238E27FC236}">
                <a16:creationId xmlns:a16="http://schemas.microsoft.com/office/drawing/2014/main" id="{0C392482-490F-5E83-2897-6A139BA747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Content Placeholder Left Middle">
            <a:extLst>
              <a:ext uri="{FF2B5EF4-FFF2-40B4-BE49-F238E27FC236}">
                <a16:creationId xmlns:a16="http://schemas.microsoft.com/office/drawing/2014/main" id="{A4FF0D5B-995F-4136-8F9B-771E711E939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544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Content Placeholder Right Middle">
            <a:extLst>
              <a:ext uri="{FF2B5EF4-FFF2-40B4-BE49-F238E27FC236}">
                <a16:creationId xmlns:a16="http://schemas.microsoft.com/office/drawing/2014/main" id="{AB99061C-709E-6387-3145-1A5C3EB88FF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516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Content Placeholder Right">
            <a:extLst>
              <a:ext uri="{FF2B5EF4-FFF2-40B4-BE49-F238E27FC236}">
                <a16:creationId xmlns:a16="http://schemas.microsoft.com/office/drawing/2014/main" id="{31FE1A34-D933-8067-A151-15301AAEA73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448800" y="2130552"/>
            <a:ext cx="228600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9" name="Takeaway Box">
            <a:extLst>
              <a:ext uri="{FF2B5EF4-FFF2-40B4-BE49-F238E27FC236}">
                <a16:creationId xmlns:a16="http://schemas.microsoft.com/office/drawing/2014/main" id="{57EE7FFF-6C27-026F-9050-EAA28307BF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715000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50" name="Subtitle Placeholder">
            <a:extLst>
              <a:ext uri="{FF2B5EF4-FFF2-40B4-BE49-F238E27FC236}">
                <a16:creationId xmlns:a16="http://schemas.microsoft.com/office/drawing/2014/main" id="{C9A63BF7-642C-D018-4516-C360343C0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F8C2211C-3057-0752-6CA7-8665314E83A6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309422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69B764D-7C6E-7DB4-6877-EBA765727B34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609142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65A3DF36-6224-125A-91E2-4198ED155465}"/>
              </a:ext>
            </a:extLst>
          </p:cNvPr>
          <p:cNvSpPr>
            <a:spLocks noGrp="1"/>
          </p:cNvSpPr>
          <p:nvPr>
            <p:ph type="media" sz="quarter" idx="25"/>
          </p:nvPr>
        </p:nvSpPr>
        <p:spPr>
          <a:xfrm>
            <a:off x="908862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95560F-6E96-B68B-8097-FF945694BC4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12018-72FA-02B3-DB44-8910B608C56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07FC66-0C7E-F466-23E3-9EE57B7890F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849BA-8B73-3348-6C01-4169593640C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71E0777-1E20-F0E9-3617-F32219A3308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53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1951" userDrawn="1">
          <p15:clr>
            <a:srgbClr val="FBAE40"/>
          </p15:clr>
        </p15:guide>
        <p15:guide id="2" pos="5731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08B6FB-F3E3-4FBC-6ACA-94090E1AA180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D8AD-526F-4929-B878-62E1F3E315B8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13647B71-91AE-085B-941B-D29B222718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2AC87B-6018-E3C0-99D3-88E5E85ECEC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7886C-0E1D-DFAA-EC30-1D18C7E306C5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D0BBCE-99E3-0466-7C04-BA9D4198A56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587374-78E4-174C-A2DF-78F5930E2D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5342FC-C33A-2646-DFE4-8DE6C80DE1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8130D35-CAA2-1BAA-B58E-27CEBF174DB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4FA46F-2BB2-AC43-D929-CE8EB28E26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558451F-8C8C-17C5-7E90-366080C0CD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F682AB-76EC-852A-3D55-91263E4989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284CD8-7D17-E85B-2415-95332C768E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B34FA03-3163-FA36-D644-F84EFC7FA91D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7FC0650-59C8-858D-E5F6-2C6135AFD9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D9F4B5E-5656-06CD-D192-5D412B9637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05E534F-33E4-DDB9-086E-62F74C0BE32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8E19E15-0074-AEF3-203D-718B762A12F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C4FEB9-2F22-B898-B3F2-A1512F6C63D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9D36157-0F5C-10F5-4813-8CE7DB3E4A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350DF21-40C6-1F63-7EE7-17D1814985C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MIO_LOGOPLACEHOLDER#SMALL_LIGHT" hidden="1">
            <a:extLst>
              <a:ext uri="{FF2B5EF4-FFF2-40B4-BE49-F238E27FC236}">
                <a16:creationId xmlns:a16="http://schemas.microsoft.com/office/drawing/2014/main" id="{3D41EEB4-5B66-15B7-CF38-612F921A43EE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4" name="Masterfield: Proprietary &amp; Confidential Option" hidden="1">
            <a:extLst>
              <a:ext uri="{FF2B5EF4-FFF2-40B4-BE49-F238E27FC236}">
                <a16:creationId xmlns:a16="http://schemas.microsoft.com/office/drawing/2014/main" id="{512A8282-87C3-2B6D-AD7A-6C8E617868D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2" name="Masterfield: Custom legal disclaimer field" hidden="1">
            <a:extLst>
              <a:ext uri="{FF2B5EF4-FFF2-40B4-BE49-F238E27FC236}">
                <a16:creationId xmlns:a16="http://schemas.microsoft.com/office/drawing/2014/main" id="{8B363928-99B1-1746-F253-7DEDF6099C3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3" name="Masterfield: Custom Watermark" hidden="1">
            <a:extLst>
              <a:ext uri="{FF2B5EF4-FFF2-40B4-BE49-F238E27FC236}">
                <a16:creationId xmlns:a16="http://schemas.microsoft.com/office/drawing/2014/main" id="{F1785B93-FD7E-A78C-3FCB-87972631A3BA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4" name="Content Placeholder Left">
            <a:extLst>
              <a:ext uri="{FF2B5EF4-FFF2-40B4-BE49-F238E27FC236}">
                <a16:creationId xmlns:a16="http://schemas.microsoft.com/office/drawing/2014/main" id="{1B500CE2-1928-735F-0A97-97D518B9969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Content Placeholder Left Middle">
            <a:extLst>
              <a:ext uri="{FF2B5EF4-FFF2-40B4-BE49-F238E27FC236}">
                <a16:creationId xmlns:a16="http://schemas.microsoft.com/office/drawing/2014/main" id="{0FE6931B-8395-791A-3E21-8A5F83E495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73680" y="1600200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6" name="Content Placeholder Middle">
            <a:extLst>
              <a:ext uri="{FF2B5EF4-FFF2-40B4-BE49-F238E27FC236}">
                <a16:creationId xmlns:a16="http://schemas.microsoft.com/office/drawing/2014/main" id="{92C1508E-8DE1-DACA-2675-8A17E0E1DC1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90160" y="1600200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7" name="Content Placeholder Right Middle">
            <a:extLst>
              <a:ext uri="{FF2B5EF4-FFF2-40B4-BE49-F238E27FC236}">
                <a16:creationId xmlns:a16="http://schemas.microsoft.com/office/drawing/2014/main" id="{E56939B4-E367-DAA4-7684-BD5C070A27E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1600200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Right">
            <a:extLst>
              <a:ext uri="{FF2B5EF4-FFF2-40B4-BE49-F238E27FC236}">
                <a16:creationId xmlns:a16="http://schemas.microsoft.com/office/drawing/2014/main" id="{C9E4FB0B-AE4A-3150-C091-0B95CA0D1C2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23120" y="1600200"/>
            <a:ext cx="201168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DA9B4D76-FC96-C565-325D-D8365CA8F005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261670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D95E135-B3DE-66BB-85FD-F6AAED7D811C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493318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AF1BFA41-BA31-99B2-1E38-872269CF7FA9}"/>
              </a:ext>
            </a:extLst>
          </p:cNvPr>
          <p:cNvSpPr>
            <a:spLocks noGrp="1"/>
          </p:cNvSpPr>
          <p:nvPr>
            <p:ph type="media" sz="quarter" idx="25"/>
          </p:nvPr>
        </p:nvSpPr>
        <p:spPr>
          <a:xfrm>
            <a:off x="724966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254FBC64-BC74-D133-90AB-F7C0EF43EE16}"/>
              </a:ext>
            </a:extLst>
          </p:cNvPr>
          <p:cNvSpPr>
            <a:spLocks noGrp="1"/>
          </p:cNvSpPr>
          <p:nvPr>
            <p:ph type="media" sz="quarter" idx="26"/>
          </p:nvPr>
        </p:nvSpPr>
        <p:spPr>
          <a:xfrm>
            <a:off x="9566148" y="1600200"/>
            <a:ext cx="9144" cy="47548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DB748B-886C-0E9A-5643-1EA68F762B5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0063FF-393F-05BF-1F1C-DE9E0226810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8327DB-32DB-8B6C-5244-98995D10711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20F808-BFCE-86A8-DB1C-0290EE6D5FC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EB687C-74D6-48E2-8AAA-A6C5546288E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058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 Dark w/ Title and Takeaw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08B6FB-F3E3-4FBC-6ACA-94090E1AA180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D8AD-526F-4929-B878-62E1F3E315B8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13647B71-91AE-085B-941B-D29B222718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2AC87B-6018-E3C0-99D3-88E5E85ECEC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7886C-0E1D-DFAA-EC30-1D18C7E306C5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D0BBCE-99E3-0466-7C04-BA9D4198A56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587374-78E4-174C-A2DF-78F5930E2D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5342FC-C33A-2646-DFE4-8DE6C80DE1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8130D35-CAA2-1BAA-B58E-27CEBF174DB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4FA46F-2BB2-AC43-D929-CE8EB28E26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558451F-8C8C-17C5-7E90-366080C0CD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F682AB-76EC-852A-3D55-91263E4989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284CD8-7D17-E85B-2415-95332C768E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B34FA03-3163-FA36-D644-F84EFC7FA91D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7FC0650-59C8-858D-E5F6-2C6135AFD9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D9F4B5E-5656-06CD-D192-5D412B9637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05E534F-33E4-DDB9-086E-62F74C0BE32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8E19E15-0074-AEF3-203D-718B762A12F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C4FEB9-2F22-B898-B3F2-A1512F6C63D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9D36157-0F5C-10F5-4813-8CE7DB3E4A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350DF21-40C6-1F63-7EE7-17D1814985C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MIO_LOGOPLACEHOLDER#SMALL_LIGHT" hidden="1">
            <a:extLst>
              <a:ext uri="{FF2B5EF4-FFF2-40B4-BE49-F238E27FC236}">
                <a16:creationId xmlns:a16="http://schemas.microsoft.com/office/drawing/2014/main" id="{3D41EEB4-5B66-15B7-CF38-612F921A43EE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4" name="Masterfield: Proprietary &amp; Confidential Option" hidden="1">
            <a:extLst>
              <a:ext uri="{FF2B5EF4-FFF2-40B4-BE49-F238E27FC236}">
                <a16:creationId xmlns:a16="http://schemas.microsoft.com/office/drawing/2014/main" id="{512A8282-87C3-2B6D-AD7A-6C8E617868D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2" name="Masterfield: Custom legal disclaimer field" hidden="1">
            <a:extLst>
              <a:ext uri="{FF2B5EF4-FFF2-40B4-BE49-F238E27FC236}">
                <a16:creationId xmlns:a16="http://schemas.microsoft.com/office/drawing/2014/main" id="{8B363928-99B1-1746-F253-7DEDF6099C3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3" name="Masterfield: Custom Watermark" hidden="1">
            <a:extLst>
              <a:ext uri="{FF2B5EF4-FFF2-40B4-BE49-F238E27FC236}">
                <a16:creationId xmlns:a16="http://schemas.microsoft.com/office/drawing/2014/main" id="{F1785B93-FD7E-A78C-3FCB-87972631A3BA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4" name="Content Placeholder Left">
            <a:extLst>
              <a:ext uri="{FF2B5EF4-FFF2-40B4-BE49-F238E27FC236}">
                <a16:creationId xmlns:a16="http://schemas.microsoft.com/office/drawing/2014/main" id="{AD113E62-1A37-B6A0-7B79-214C57C55B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Content Placeholder Left Middle">
            <a:extLst>
              <a:ext uri="{FF2B5EF4-FFF2-40B4-BE49-F238E27FC236}">
                <a16:creationId xmlns:a16="http://schemas.microsoft.com/office/drawing/2014/main" id="{39FC3BEC-ADFF-C87C-C272-AE807C52554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7368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6" name="Content Placeholder Middle">
            <a:extLst>
              <a:ext uri="{FF2B5EF4-FFF2-40B4-BE49-F238E27FC236}">
                <a16:creationId xmlns:a16="http://schemas.microsoft.com/office/drawing/2014/main" id="{E0B99FA0-D03C-053E-06A1-466660CC8E8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9016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7" name="Content Placeholder Right Middle">
            <a:extLst>
              <a:ext uri="{FF2B5EF4-FFF2-40B4-BE49-F238E27FC236}">
                <a16:creationId xmlns:a16="http://schemas.microsoft.com/office/drawing/2014/main" id="{E22FACFB-B777-FDE2-FEB8-0BBE511D3B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Right">
            <a:extLst>
              <a:ext uri="{FF2B5EF4-FFF2-40B4-BE49-F238E27FC236}">
                <a16:creationId xmlns:a16="http://schemas.microsoft.com/office/drawing/2014/main" id="{C68085A7-188A-09D3-75B5-5C7C65919A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23120" y="2130552"/>
            <a:ext cx="2011680" cy="338328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3" name="Takeaway Box">
            <a:extLst>
              <a:ext uri="{FF2B5EF4-FFF2-40B4-BE49-F238E27FC236}">
                <a16:creationId xmlns:a16="http://schemas.microsoft.com/office/drawing/2014/main" id="{8A2995FE-D510-3D0E-88CD-DCB8D1502E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54" name="Subtitle Placeholder">
            <a:extLst>
              <a:ext uri="{FF2B5EF4-FFF2-40B4-BE49-F238E27FC236}">
                <a16:creationId xmlns:a16="http://schemas.microsoft.com/office/drawing/2014/main" id="{A4562B73-489A-F66B-BC91-F185DEF55E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600200"/>
            <a:ext cx="11277600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1.75”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37FD1038-523F-44AE-BA4B-76F48CB3E184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261670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FEB2D8BD-E53B-2EC3-B060-F330E6640CA9}"/>
              </a:ext>
            </a:extLst>
          </p:cNvPr>
          <p:cNvSpPr>
            <a:spLocks noGrp="1"/>
          </p:cNvSpPr>
          <p:nvPr>
            <p:ph type="media" sz="quarter" idx="24"/>
          </p:nvPr>
        </p:nvSpPr>
        <p:spPr>
          <a:xfrm>
            <a:off x="493318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40918B0C-7161-CADA-F0C6-411728468130}"/>
              </a:ext>
            </a:extLst>
          </p:cNvPr>
          <p:cNvSpPr>
            <a:spLocks noGrp="1"/>
          </p:cNvSpPr>
          <p:nvPr>
            <p:ph type="media" sz="quarter" idx="25"/>
          </p:nvPr>
        </p:nvSpPr>
        <p:spPr>
          <a:xfrm>
            <a:off x="724966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10" name="Divider">
            <a:extLst>
              <a:ext uri="{FF2B5EF4-FFF2-40B4-BE49-F238E27FC236}">
                <a16:creationId xmlns:a16="http://schemas.microsoft.com/office/drawing/2014/main" id="{02CBB273-23E1-7584-490A-37A04A747DE7}"/>
              </a:ext>
            </a:extLst>
          </p:cNvPr>
          <p:cNvSpPr>
            <a:spLocks noGrp="1"/>
          </p:cNvSpPr>
          <p:nvPr>
            <p:ph type="media" sz="quarter" idx="26"/>
          </p:nvPr>
        </p:nvSpPr>
        <p:spPr>
          <a:xfrm>
            <a:off x="9566148" y="2130552"/>
            <a:ext cx="9144" cy="338328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B89770-4351-FC5D-6087-AEC89298ECC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C71F1C-8573-C5F8-0E6A-2C12951F784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C72A89-06CF-2E90-7602-B9FE4B74EE4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D527CB-148D-3D14-AC33-44733AFBA0A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99FE4C-6194-7036-7D72-A06EF32A5B1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89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 Spli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>
            <a:off x="6095999" y="0"/>
            <a:ext cx="609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098AB-631E-2584-E16D-83F42AEB153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BE23677-F69C-F34C-6405-46A294236FE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9598593-C771-290D-E03C-F9F478A399B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Source Placeholder">
            <a:extLst>
              <a:ext uri="{FF2B5EF4-FFF2-40B4-BE49-F238E27FC236}">
                <a16:creationId xmlns:a16="http://schemas.microsoft.com/office/drawing/2014/main" id="{884EB147-F51C-5E2B-A819-D06BCC0B99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4800597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BA66C-781C-CE09-1CE1-AD864298DB9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40DD3A-3B0C-6214-7F58-F68E555E0472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03A25A-E287-6AC9-DEA8-E8794F33301E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7CD486-3775-AE21-BD17-3EA4A64C90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4FDF29D-8962-A491-EE50-1CF63ADD6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F6DF69-5FEA-B1B0-FFCD-C58B428905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742D64A-695F-2830-5DF6-CDB9B163DF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D205AD-118B-06FD-6D0C-F4C4E89852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52F6E6-FDFC-5DD8-57AB-CD159BC497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471AE6-6483-00AD-D3CA-2009E02A8F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26A9506-8F4D-0591-A9C4-35A50B7C4819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2FEE385-A6EB-E198-65E8-FD5D202392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104CE64-9359-6300-7DAC-3C7E63C0793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1B2B433-C3C1-9ECE-CD10-4590AF1554F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59316CF-3D55-5FD4-185C-D6DC992699D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E66E770-B879-B7E5-71CC-58FC39AEA2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5C44533-993A-A3F4-7937-75FD6FC035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0A331CA-10C1-6F1F-8417-D2FDBA2B4DF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MIO_LOGOPLACEHOLDER#SMALL_LIGHT" hidden="1">
            <a:extLst>
              <a:ext uri="{FF2B5EF4-FFF2-40B4-BE49-F238E27FC236}">
                <a16:creationId xmlns:a16="http://schemas.microsoft.com/office/drawing/2014/main" id="{4A51BB00-7FB5-148B-F544-8D772C10EFF6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4" name="Masterfield: Proprietary &amp; Confidential Option" hidden="1">
            <a:extLst>
              <a:ext uri="{FF2B5EF4-FFF2-40B4-BE49-F238E27FC236}">
                <a16:creationId xmlns:a16="http://schemas.microsoft.com/office/drawing/2014/main" id="{F1679E59-CDBF-9E56-3169-9C2D643E1AD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1" name="Masterfield: Custom legal disclaimer field" hidden="1">
            <a:extLst>
              <a:ext uri="{FF2B5EF4-FFF2-40B4-BE49-F238E27FC236}">
                <a16:creationId xmlns:a16="http://schemas.microsoft.com/office/drawing/2014/main" id="{A0208418-A7CD-0706-D6DC-95AF1C2CD5B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EBAB36A7-AA91-EECC-FEA9-AC6B782B908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299801EB-49C6-B0D8-71F2-599C3BBE222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58900"/>
            <a:ext cx="5180354" cy="50419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8349E133-9DCB-D5DD-23A6-6AED909A6F9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51953" y="1358900"/>
            <a:ext cx="5182225" cy="5041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Title 9">
            <a:extLst>
              <a:ext uri="{FF2B5EF4-FFF2-40B4-BE49-F238E27FC236}">
                <a16:creationId xmlns:a16="http://schemas.microsoft.com/office/drawing/2014/main" id="{87EBABA4-80AD-CC94-4774-9B56755C07E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57199" y="457200"/>
            <a:ext cx="5180355" cy="667512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B59D79-66E8-EE60-9596-6D4F745E1AC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48E55F-0643-13FD-4578-BC4F16875B2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963587-7D1F-EA8E-ABC9-436A820B1A7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29DB0A6-DFDA-F3F8-1265-B1D25B1BBE4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09204D2-223B-4D89-2FB2-8D5171F1B74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87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 Split Dark w/ 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>
            <a:off x="6095999" y="0"/>
            <a:ext cx="609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098AB-631E-2584-E16D-83F42AEB153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BE23677-F69C-F34C-6405-46A294236FE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9598593-C771-290D-E03C-F9F478A399B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Source Placeholder">
            <a:extLst>
              <a:ext uri="{FF2B5EF4-FFF2-40B4-BE49-F238E27FC236}">
                <a16:creationId xmlns:a16="http://schemas.microsoft.com/office/drawing/2014/main" id="{884EB147-F51C-5E2B-A819-D06BCC0B99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4800597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BA66C-781C-CE09-1CE1-AD864298DB9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40DD3A-3B0C-6214-7F58-F68E555E0472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03A25A-E287-6AC9-DEA8-E8794F33301E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7CD486-3775-AE21-BD17-3EA4A64C90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4FDF29D-8962-A491-EE50-1CF63ADD6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F6DF69-5FEA-B1B0-FFCD-C58B428905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742D64A-695F-2830-5DF6-CDB9B163DF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D205AD-118B-06FD-6D0C-F4C4E89852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52F6E6-FDFC-5DD8-57AB-CD159BC497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471AE6-6483-00AD-D3CA-2009E02A8F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26A9506-8F4D-0591-A9C4-35A50B7C4819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2FEE385-A6EB-E198-65E8-FD5D202392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104CE64-9359-6300-7DAC-3C7E63C0793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1B2B433-C3C1-9ECE-CD10-4590AF1554F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59316CF-3D55-5FD4-185C-D6DC992699D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E66E770-B879-B7E5-71CC-58FC39AEA2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5C44533-993A-A3F4-7937-75FD6FC035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0A331CA-10C1-6F1F-8417-D2FDBA2B4DF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MIO_LOGOPLACEHOLDER#SMALL_LIGHT" hidden="1">
            <a:extLst>
              <a:ext uri="{FF2B5EF4-FFF2-40B4-BE49-F238E27FC236}">
                <a16:creationId xmlns:a16="http://schemas.microsoft.com/office/drawing/2014/main" id="{4A51BB00-7FB5-148B-F544-8D772C10EFF6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4" name="Masterfield: Proprietary &amp; Confidential Option" hidden="1">
            <a:extLst>
              <a:ext uri="{FF2B5EF4-FFF2-40B4-BE49-F238E27FC236}">
                <a16:creationId xmlns:a16="http://schemas.microsoft.com/office/drawing/2014/main" id="{F1679E59-CDBF-9E56-3169-9C2D643E1AD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1" name="Masterfield: Custom legal disclaimer field" hidden="1">
            <a:extLst>
              <a:ext uri="{FF2B5EF4-FFF2-40B4-BE49-F238E27FC236}">
                <a16:creationId xmlns:a16="http://schemas.microsoft.com/office/drawing/2014/main" id="{A0208418-A7CD-0706-D6DC-95AF1C2CD5B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EBAB36A7-AA91-EECC-FEA9-AC6B782B908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A33B9D-7DD4-8EA9-D400-C6590CF89D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932709"/>
            <a:ext cx="5187082" cy="3690851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9855D23-CF8B-6BE2-00DA-B8032644602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64163" y="1932709"/>
            <a:ext cx="5170015" cy="36908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8592F29-8343-03C2-7B75-5B6BE6938EF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57199" y="457200"/>
            <a:ext cx="5187083" cy="667512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BF852609-471B-D52C-2D7B-BAB229022D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99" y="1371600"/>
            <a:ext cx="5178709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41" name="Takeaway Box">
            <a:extLst>
              <a:ext uri="{FF2B5EF4-FFF2-40B4-BE49-F238E27FC236}">
                <a16:creationId xmlns:a16="http://schemas.microsoft.com/office/drawing/2014/main" id="{7B8211D4-FC29-9BA0-CC74-9A86F4BF25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F922FF50-55AE-73B9-BDC5-74426CAF87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9815" y="1371600"/>
            <a:ext cx="5178709" cy="433475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914F27-083D-83E2-8A51-E8370DD3EC1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273BE3-6E9A-2D40-632F-36A8F9E81C4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0279B4-654B-E916-B1BE-03B9AB63CF6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96090-F461-D9BF-F379-7EF304C6425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560520-40C7-622B-B747-966B8EE055A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2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ght Thir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CE833B-EC9D-61C7-7FAC-B62B2CC2A424}"/>
              </a:ext>
            </a:extLst>
          </p:cNvPr>
          <p:cNvSpPr/>
          <p:nvPr userDrawn="1"/>
        </p:nvSpPr>
        <p:spPr>
          <a:xfrm>
            <a:off x="8122920" y="0"/>
            <a:ext cx="40690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C8C7-8ADC-4374-869E-7DB4C634921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Source Placeholder">
            <a:extLst>
              <a:ext uri="{FF2B5EF4-FFF2-40B4-BE49-F238E27FC236}">
                <a16:creationId xmlns:a16="http://schemas.microsoft.com/office/drawing/2014/main" id="{5077B7D0-711E-C51E-D539-33F75FDD0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7001087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3824C-4140-92D4-936E-C2A3806DCD0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01B0CC-F980-5A7F-4B16-9B9179D344CD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6B2B92-42ED-6A9C-248A-2E9604B97C3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2C37A4-BC76-AB48-93B9-1D40A31F54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15FCC1-61EB-E1D4-81F8-913C77D7D7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C0D1E6-B8CF-C8F1-0D7D-983D1B15C2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124A59-D11F-AC4D-E884-1D7CBB322C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C0C6C23-6B8B-4F18-38C6-D0F4B53CFE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5768281-2137-2B04-A754-4AAA5EE3FC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31ADCE-1027-9895-8B35-D53E838DC9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FA0EA8D-712F-BDE3-3A5B-E2FF2EB3B33F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0D64B4C-FF61-1D48-2FB5-B7B0931306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17F6D5F-5C91-84EC-523B-A2D3A18307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9A650E5-4716-2D08-44C7-C53BD5A2D4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556CB83-D6A2-63D6-355B-853CEAD5D44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1FE76CA-95B5-BC2A-EB20-205D42A0C78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C313A9A-A399-3998-AE0B-4B4290F8D8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4AC5D6F-0DF9-66B7-E3C5-37F6D91FBD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MIO_LOGOPLACEHOLDER#SMALL_LIGHT" hidden="1">
            <a:extLst>
              <a:ext uri="{FF2B5EF4-FFF2-40B4-BE49-F238E27FC236}">
                <a16:creationId xmlns:a16="http://schemas.microsoft.com/office/drawing/2014/main" id="{B1C87852-541E-EC18-A609-57781D37E538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6" name="Masterfield: Proprietary &amp; Confidential Option" hidden="1">
            <a:extLst>
              <a:ext uri="{FF2B5EF4-FFF2-40B4-BE49-F238E27FC236}">
                <a16:creationId xmlns:a16="http://schemas.microsoft.com/office/drawing/2014/main" id="{BEA196F7-473E-17D3-F1F5-BEB697DCF12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7" name="Masterfield: Custom legal disclaimer field" hidden="1">
            <a:extLst>
              <a:ext uri="{FF2B5EF4-FFF2-40B4-BE49-F238E27FC236}">
                <a16:creationId xmlns:a16="http://schemas.microsoft.com/office/drawing/2014/main" id="{2CBDB916-D6CE-1CC9-9552-2EEA1BA62FB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8" name="Masterfield: Custom Watermark" hidden="1">
            <a:extLst>
              <a:ext uri="{FF2B5EF4-FFF2-40B4-BE49-F238E27FC236}">
                <a16:creationId xmlns:a16="http://schemas.microsoft.com/office/drawing/2014/main" id="{8B2E272A-87D9-C84C-D3F7-898F805C9B3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9" name="Content Placeholder Middle">
            <a:extLst>
              <a:ext uri="{FF2B5EF4-FFF2-40B4-BE49-F238E27FC236}">
                <a16:creationId xmlns:a16="http://schemas.microsoft.com/office/drawing/2014/main" id="{6B8F43BE-4DEF-E864-06CC-7631759451C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62781" y="1358901"/>
            <a:ext cx="3300984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Right">
            <a:extLst>
              <a:ext uri="{FF2B5EF4-FFF2-40B4-BE49-F238E27FC236}">
                <a16:creationId xmlns:a16="http://schemas.microsoft.com/office/drawing/2014/main" id="{483419D1-9083-7B6C-A00B-4C9EEF6F9D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1358901"/>
            <a:ext cx="3200400" cy="50418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itle 6">
            <a:extLst>
              <a:ext uri="{FF2B5EF4-FFF2-40B4-BE49-F238E27FC236}">
                <a16:creationId xmlns:a16="http://schemas.microsoft.com/office/drawing/2014/main" id="{1C79DD93-1ACD-5481-F978-CFF5A3AB863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57200" y="457201"/>
            <a:ext cx="720852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42" name="Content Placeholder Left">
            <a:extLst>
              <a:ext uri="{FF2B5EF4-FFF2-40B4-BE49-F238E27FC236}">
                <a16:creationId xmlns:a16="http://schemas.microsoft.com/office/drawing/2014/main" id="{20952F61-64A7-AD97-F866-488A352FB51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58901"/>
            <a:ext cx="3300984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1B35A48D-9418-F672-835F-695ADB607769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4055910" y="1357575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2AC326-DB81-883F-ABC0-133F2119EAA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6969BC-F3CE-B560-D213-D1ABB27079F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5D1E21-8465-831A-E025-E1A580EDD27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556A6F-81C3-0B2A-8E89-95019B62E7F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4E44C3-0766-AECF-33FA-86843877F6A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28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ght Third Dark w/ 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CE833B-EC9D-61C7-7FAC-B62B2CC2A424}"/>
              </a:ext>
            </a:extLst>
          </p:cNvPr>
          <p:cNvSpPr/>
          <p:nvPr userDrawn="1"/>
        </p:nvSpPr>
        <p:spPr>
          <a:xfrm>
            <a:off x="8122920" y="0"/>
            <a:ext cx="40690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C8C7-8ADC-4374-869E-7DB4C634921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Source Placeholder">
            <a:extLst>
              <a:ext uri="{FF2B5EF4-FFF2-40B4-BE49-F238E27FC236}">
                <a16:creationId xmlns:a16="http://schemas.microsoft.com/office/drawing/2014/main" id="{5077B7D0-711E-C51E-D539-33F75FDD0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7001087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3824C-4140-92D4-936E-C2A3806DCD0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01B0CC-F980-5A7F-4B16-9B9179D344CD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6B2B92-42ED-6A9C-248A-2E9604B97C3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2C37A4-BC76-AB48-93B9-1D40A31F54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15FCC1-61EB-E1D4-81F8-913C77D7D7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C0D1E6-B8CF-C8F1-0D7D-983D1B15C2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124A59-D11F-AC4D-E884-1D7CBB322C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C0C6C23-6B8B-4F18-38C6-D0F4B53CFE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5768281-2137-2B04-A754-4AAA5EE3FC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31ADCE-1027-9895-8B35-D53E838DC9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FA0EA8D-712F-BDE3-3A5B-E2FF2EB3B33F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0D64B4C-FF61-1D48-2FB5-B7B0931306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17F6D5F-5C91-84EC-523B-A2D3A18307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9A650E5-4716-2D08-44C7-C53BD5A2D4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556CB83-D6A2-63D6-355B-853CEAD5D44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1FE76CA-95B5-BC2A-EB20-205D42A0C78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C313A9A-A399-3998-AE0B-4B4290F8D8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4AC5D6F-0DF9-66B7-E3C5-37F6D91FBD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MIO_LOGOPLACEHOLDER#SMALL_LIGHT" hidden="1">
            <a:extLst>
              <a:ext uri="{FF2B5EF4-FFF2-40B4-BE49-F238E27FC236}">
                <a16:creationId xmlns:a16="http://schemas.microsoft.com/office/drawing/2014/main" id="{B1C87852-541E-EC18-A609-57781D37E538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6" name="Masterfield: Proprietary &amp; Confidential Option" hidden="1">
            <a:extLst>
              <a:ext uri="{FF2B5EF4-FFF2-40B4-BE49-F238E27FC236}">
                <a16:creationId xmlns:a16="http://schemas.microsoft.com/office/drawing/2014/main" id="{BEA196F7-473E-17D3-F1F5-BEB697DCF12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7" name="Masterfield: Custom legal disclaimer field" hidden="1">
            <a:extLst>
              <a:ext uri="{FF2B5EF4-FFF2-40B4-BE49-F238E27FC236}">
                <a16:creationId xmlns:a16="http://schemas.microsoft.com/office/drawing/2014/main" id="{2CBDB916-D6CE-1CC9-9552-2EEA1BA62FB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8" name="Masterfield: Custom Watermark" hidden="1">
            <a:extLst>
              <a:ext uri="{FF2B5EF4-FFF2-40B4-BE49-F238E27FC236}">
                <a16:creationId xmlns:a16="http://schemas.microsoft.com/office/drawing/2014/main" id="{8B2E272A-87D9-C84C-D3F7-898F805C9B3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9" name="Content Placeholder Middle">
            <a:extLst>
              <a:ext uri="{FF2B5EF4-FFF2-40B4-BE49-F238E27FC236}">
                <a16:creationId xmlns:a16="http://schemas.microsoft.com/office/drawing/2014/main" id="{AC806F02-04D0-B03F-AA72-F27908AF9E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60495" y="1934055"/>
            <a:ext cx="3300984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Right">
            <a:extLst>
              <a:ext uri="{FF2B5EF4-FFF2-40B4-BE49-F238E27FC236}">
                <a16:creationId xmlns:a16="http://schemas.microsoft.com/office/drawing/2014/main" id="{466B6418-2F64-E679-ED24-184FBEA40A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1934055"/>
            <a:ext cx="3200400" cy="35661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itle 6">
            <a:extLst>
              <a:ext uri="{FF2B5EF4-FFF2-40B4-BE49-F238E27FC236}">
                <a16:creationId xmlns:a16="http://schemas.microsoft.com/office/drawing/2014/main" id="{B44E2E9C-74BF-D776-6D9E-F9E1D31310B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57200" y="457201"/>
            <a:ext cx="720852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42" name="Content Placeholder Left">
            <a:extLst>
              <a:ext uri="{FF2B5EF4-FFF2-40B4-BE49-F238E27FC236}">
                <a16:creationId xmlns:a16="http://schemas.microsoft.com/office/drawing/2014/main" id="{70D7FA6F-C7F5-68D3-7350-2BBBF840E69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934055"/>
            <a:ext cx="3300984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88CC425C-4E9B-12A3-2DA5-7B5B5C11D5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016" y="1371600"/>
            <a:ext cx="7193704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45" name="Takeaway Box">
            <a:extLst>
              <a:ext uri="{FF2B5EF4-FFF2-40B4-BE49-F238E27FC236}">
                <a16:creationId xmlns:a16="http://schemas.microsoft.com/office/drawing/2014/main" id="{9A139BCD-5EE6-92A9-DCC5-BFE2719537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C4B023FC-D0DA-BA30-929B-B897D8B3B951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4055910" y="1929384"/>
            <a:ext cx="9144" cy="35661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EDA00B-E61D-E6A5-2BCE-F6B637F5500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06B65C-94C5-3AB6-4FF4-C8F6B89CBF0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E101A4-243F-4FEB-FA6D-CCEBB8DF44A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FBB256-1D9B-A7F4-DD0C-AA5851F2EEA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55CA49E-A7D3-466C-D15E-324E016C887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59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Third 2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 flipH="1">
            <a:off x="0" y="0"/>
            <a:ext cx="405383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8999C-FE35-41F7-8AF5-AB10C7E80BF8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6" name="Source Placeholder">
            <a:extLst>
              <a:ext uri="{FF2B5EF4-FFF2-40B4-BE49-F238E27FC236}">
                <a16:creationId xmlns:a16="http://schemas.microsoft.com/office/drawing/2014/main" id="{2132FE56-936F-7806-8417-9AEB46C697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16210" y="6548444"/>
            <a:ext cx="490211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A8DD7-1771-69AB-8E83-957DEA384BF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123C90-FC81-1369-A7BF-71CC2C27F5C2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E2BD6A-6D83-0297-CD42-E20938173E01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D513630-5646-B0DD-4C76-EA07DED3F8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B92F62B-78B4-5170-B586-F9F50D98A2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CD29B9-4D6B-5CEE-913B-B6CA900503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20CA71-4A0D-A6E2-A4AD-138338B2EB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3B79B09-FE2B-E81E-7D27-6DF418829D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CAA2D29-B115-1F74-2AC8-132BE4657F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DF8C3A-5976-8CC8-0142-4994DF01EB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6EFC797-8270-C245-39BC-19E9C053EE86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87A58C7-97E0-1DCF-3605-0B4E18273E8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90CDAA8-705D-B9E4-90C3-9D0F88908B8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E917040-00F6-C78E-687F-B60D1AE68F0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4031FFB-5453-FED8-703B-0C336AEFEDB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74F8050-68A2-A347-A463-480CA3AE5AE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9D5A160-5F4A-C565-13A9-93FCF14843D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F86803D-EA28-5002-06AE-91E3FFC0C5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MIO_LOGOPLACEHOLDER#SMALL_LIGHT" hidden="1">
            <a:extLst>
              <a:ext uri="{FF2B5EF4-FFF2-40B4-BE49-F238E27FC236}">
                <a16:creationId xmlns:a16="http://schemas.microsoft.com/office/drawing/2014/main" id="{5235918B-6A12-7B4A-108A-E9A1717EA7C5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475ED58B-6368-5B3F-55E2-AA0B5FC45F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0" name="Masterfield: Custom legal disclaimer field" hidden="1">
            <a:extLst>
              <a:ext uri="{FF2B5EF4-FFF2-40B4-BE49-F238E27FC236}">
                <a16:creationId xmlns:a16="http://schemas.microsoft.com/office/drawing/2014/main" id="{46F2B9F3-1039-DF62-E7A3-89A37C63B175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55963F6A-64B8-F655-9D1C-3DC024F92F9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32477C4-7DC5-0CD8-70CD-CE603DD69C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57201" y="457200"/>
            <a:ext cx="3081454" cy="2971799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17" name="Content Placeholder Left">
            <a:extLst>
              <a:ext uri="{FF2B5EF4-FFF2-40B4-BE49-F238E27FC236}">
                <a16:creationId xmlns:a16="http://schemas.microsoft.com/office/drawing/2014/main" id="{2AAB3180-8EB0-22C4-0B00-38028879402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16210" y="1357575"/>
            <a:ext cx="3376861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Content Placeholder Right">
            <a:extLst>
              <a:ext uri="{FF2B5EF4-FFF2-40B4-BE49-F238E27FC236}">
                <a16:creationId xmlns:a16="http://schemas.microsoft.com/office/drawing/2014/main" id="{22134176-08D9-80AA-88E4-4494C691D3F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50271" y="1358900"/>
            <a:ext cx="3374136" cy="502920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4E74FC3C-3BD0-13A4-691D-E7BC6102F392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8121053" y="1357573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2265EA8-650A-12DA-1899-105E316EBBC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34081C-A177-0655-458A-CC2F731E291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D4A7E6-F67B-2934-8C89-F66321EB455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C6577-320C-51E9-5D17-264193F1E65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C319CE5-A0C7-136C-D339-2DD41C46641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560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Third 2 Column Dark w/ Title and Takeaw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29C0E-455D-47E7-EA7E-EF32612A2675}"/>
              </a:ext>
            </a:extLst>
          </p:cNvPr>
          <p:cNvSpPr/>
          <p:nvPr userDrawn="1"/>
        </p:nvSpPr>
        <p:spPr>
          <a:xfrm flipH="1">
            <a:off x="0" y="0"/>
            <a:ext cx="405383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8999C-FE35-41F7-8AF5-AB10C7E80BF8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6" name="Source Placeholder">
            <a:extLst>
              <a:ext uri="{FF2B5EF4-FFF2-40B4-BE49-F238E27FC236}">
                <a16:creationId xmlns:a16="http://schemas.microsoft.com/office/drawing/2014/main" id="{2132FE56-936F-7806-8417-9AEB46C697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9459" y="6548444"/>
            <a:ext cx="4908861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source information if needed]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A8DD7-1771-69AB-8E83-957DEA384BF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123C90-FC81-1369-A7BF-71CC2C27F5C2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E2BD6A-6D83-0297-CD42-E20938173E01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D513630-5646-B0DD-4C76-EA07DED3F8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B92F62B-78B4-5170-B586-F9F50D98A2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CD29B9-4D6B-5CEE-913B-B6CA900503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20CA71-4A0D-A6E2-A4AD-138338B2EB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3B79B09-FE2B-E81E-7D27-6DF418829D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CAA2D29-B115-1F74-2AC8-132BE4657F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DF8C3A-5976-8CC8-0142-4994DF01EB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6EFC797-8270-C245-39BC-19E9C053EE86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87A58C7-97E0-1DCF-3605-0B4E18273E8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90CDAA8-705D-B9E4-90C3-9D0F88908B8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E917040-00F6-C78E-687F-B60D1AE68F0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4031FFB-5453-FED8-703B-0C336AEFEDB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74F8050-68A2-A347-A463-480CA3AE5AE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9D5A160-5F4A-C565-13A9-93FCF14843D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F86803D-EA28-5002-06AE-91E3FFC0C5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MIO_LOGOPLACEHOLDER#SMALL_LIGHT" hidden="1">
            <a:extLst>
              <a:ext uri="{FF2B5EF4-FFF2-40B4-BE49-F238E27FC236}">
                <a16:creationId xmlns:a16="http://schemas.microsoft.com/office/drawing/2014/main" id="{5235918B-6A12-7B4A-108A-E9A1717EA7C5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475ED58B-6368-5B3F-55E2-AA0B5FC45F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0" name="Masterfield: Custom legal disclaimer field" hidden="1">
            <a:extLst>
              <a:ext uri="{FF2B5EF4-FFF2-40B4-BE49-F238E27FC236}">
                <a16:creationId xmlns:a16="http://schemas.microsoft.com/office/drawing/2014/main" id="{46F2B9F3-1039-DF62-E7A3-89A37C63B175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55963F6A-64B8-F655-9D1C-3DC024F92F9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5D5A50F-E7E6-7A9B-9995-2FA509C3C0C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57201" y="457200"/>
            <a:ext cx="3081454" cy="2971799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15" name="Content Placeholder Left">
            <a:extLst>
              <a:ext uri="{FF2B5EF4-FFF2-40B4-BE49-F238E27FC236}">
                <a16:creationId xmlns:a16="http://schemas.microsoft.com/office/drawing/2014/main" id="{3BE24A07-B9F1-F027-11AB-FF7B3303BC0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16210" y="1907741"/>
            <a:ext cx="3376861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Right">
            <a:extLst>
              <a:ext uri="{FF2B5EF4-FFF2-40B4-BE49-F238E27FC236}">
                <a16:creationId xmlns:a16="http://schemas.microsoft.com/office/drawing/2014/main" id="{565014A9-691E-AF7A-3A57-FD440DFE106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50271" y="1907740"/>
            <a:ext cx="3374136" cy="3566160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Takeaway Box">
            <a:extLst>
              <a:ext uri="{FF2B5EF4-FFF2-40B4-BE49-F238E27FC236}">
                <a16:creationId xmlns:a16="http://schemas.microsoft.com/office/drawing/2014/main" id="{D2171492-7E09-1FC2-F856-C4710FFD8B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580" y="5689833"/>
            <a:ext cx="11277598" cy="614136"/>
          </a:xfrm>
          <a:prstGeom prst="roundRect">
            <a:avLst>
              <a:gd name="adj" fmla="val 4923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takeaway box; delete if not needed and expand body copy</a:t>
            </a:r>
          </a:p>
        </p:txBody>
      </p:sp>
      <p:sp>
        <p:nvSpPr>
          <p:cNvPr id="43" name="Subtitle Placeholder">
            <a:extLst>
              <a:ext uri="{FF2B5EF4-FFF2-40B4-BE49-F238E27FC236}">
                <a16:creationId xmlns:a16="http://schemas.microsoft.com/office/drawing/2014/main" id="{3D112335-57D4-B65D-C8F7-836B468158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09459" y="1356358"/>
            <a:ext cx="7214948" cy="433475"/>
          </a:xfrm>
        </p:spPr>
        <p:txBody>
          <a:bodyPr/>
          <a:lstStyle>
            <a:lvl1pPr marL="0" indent="0">
              <a:buNone/>
              <a:defRPr sz="1800" b="1"/>
            </a:lvl1pPr>
            <a:lvl2pPr marL="0" indent="0"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Optional title; delete if not needed and increase height of body copy to vertical position 1.5”</a:t>
            </a:r>
          </a:p>
        </p:txBody>
      </p:sp>
      <p:sp>
        <p:nvSpPr>
          <p:cNvPr id="14" name="Divider">
            <a:extLst>
              <a:ext uri="{FF2B5EF4-FFF2-40B4-BE49-F238E27FC236}">
                <a16:creationId xmlns:a16="http://schemas.microsoft.com/office/drawing/2014/main" id="{B32A8BB8-2CC4-46CB-1366-4CCC33B572C4}"/>
              </a:ext>
            </a:extLst>
          </p:cNvPr>
          <p:cNvSpPr>
            <a:spLocks noGrp="1"/>
          </p:cNvSpPr>
          <p:nvPr>
            <p:ph type="media" sz="quarter" idx="23"/>
          </p:nvPr>
        </p:nvSpPr>
        <p:spPr>
          <a:xfrm>
            <a:off x="8121053" y="1907740"/>
            <a:ext cx="9144" cy="35661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196E1C0-E432-B87F-B5C9-5C8ABE90E23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8EE7FC-B00E-903B-A142-26F9E17D210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1A19AA-93AF-16CC-F2C3-112756058C0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392664-2A20-C118-A5E0-5FC343F09B8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FAEA574-83BF-1349-1F28-714AB483EB6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749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 ~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Blank</a:t>
            </a:r>
          </a:p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AFD4FA-B83E-1419-36CA-BD5F2192506B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E1D27-38BE-48EF-A638-1D7726BD6EA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103848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9058B-8197-53B9-D73B-A58C833D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577B2-F00A-4B0C-A7C3-66967AD6A2E9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08F50-6426-ADF3-A13E-4002324F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8FB20-45A9-F19E-7224-F3700579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F2FE08-C359-526E-FB69-4FCEF951F68A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82E40E0-024F-49D9-2749-3D89602E6F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E58701-1F08-1E4E-EBC3-B56757F4D5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9E12B1B-3E57-2E55-BEE8-FC6F5681B8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B8CBC7-42DF-A1BB-91C5-E94A3407E0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D8E7CA-6778-52CD-1B6B-AFC0146FF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ACDF0F7-A216-1036-2B6B-FE89A795B4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174D52-7213-33A9-76F3-76A899BF87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9CE63B4-BDD0-65AE-949E-4C1FFBCE2B9E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2107CEB-A278-D292-474B-033571BB0B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81594F6-1EAE-3C21-B3E9-4377605F588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AFB8BBF-31FB-2A72-9CCE-E161AF7A8F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E7A8898-B46B-57BC-A083-C48F4ECBDF37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B3A559A-F191-3FD7-FBAB-DE670AE2995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8F4B994-B71C-ED1F-77A9-00CE840DDF1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E4FAEE3-8563-D1DC-E2C3-4C4DD64DC1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9048091D-0649-1F20-F885-E5D35C308DE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6" name="MIO_LOGOPLACEHOLDER#SMALL_LIGHT" hidden="1">
            <a:extLst>
              <a:ext uri="{FF2B5EF4-FFF2-40B4-BE49-F238E27FC236}">
                <a16:creationId xmlns:a16="http://schemas.microsoft.com/office/drawing/2014/main" id="{4AEC9401-0707-1493-AD49-7473FA64A513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" name="Masterfield: Proprietary &amp; Confidential Option" hidden="1">
            <a:extLst>
              <a:ext uri="{FF2B5EF4-FFF2-40B4-BE49-F238E27FC236}">
                <a16:creationId xmlns:a16="http://schemas.microsoft.com/office/drawing/2014/main" id="{3D516913-E253-AA6C-88A6-A9D5B1AE2696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7" name="Masterfield: Custom legal disclaimer field" hidden="1">
            <a:extLst>
              <a:ext uri="{FF2B5EF4-FFF2-40B4-BE49-F238E27FC236}">
                <a16:creationId xmlns:a16="http://schemas.microsoft.com/office/drawing/2014/main" id="{F8CFB0EE-D37D-0327-F61F-80C4103712A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8" name="Masterfield: Custom Watermark" hidden="1">
            <a:extLst>
              <a:ext uri="{FF2B5EF4-FFF2-40B4-BE49-F238E27FC236}">
                <a16:creationId xmlns:a16="http://schemas.microsoft.com/office/drawing/2014/main" id="{073F95EF-DD11-A30D-0129-B05681CC06E9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37D100-CA6F-9961-B50F-8FD27E7466A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B3D525-5548-CA3F-05AD-009B65B686A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DA2528-8B68-EC99-514B-12B0BB691DB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D311BA-B4F2-DB02-3444-A725A72CF04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D8EBE6-FBB5-16C5-C269-A590CF0E44A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587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72FBA-E2C8-F932-DDBC-2314EB02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A3FD2-E41B-6D54-2671-E4C96A17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C754B-F195-F150-63B7-08868BCF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43247A-F6D7-DB89-BB49-7F693DA04941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F21D14B-8A4A-2829-8730-531B0408B6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D8FAF8-6747-93B4-EBC4-2F1701C252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037E98-93A7-79B4-571F-ADD6ED1A05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10C21B-A915-C44D-5DC2-E3CBDB7B28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77B4FE-12F1-4883-1858-9997C0DD31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D80707-8326-656F-FEC2-E4728756F7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7D42B1C-32F9-4135-B081-188347CB0F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19D3C6-294B-B738-1B8B-8CC995879F17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D9C6B44-5EDE-284A-7BE9-E85BACCC01E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67A369E-F6D5-77B5-091C-C4AC6A48992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D0D0D32-671D-0FEB-DFE2-A02644A67B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3A676E4-8FA6-1ABC-1164-2EBDCA6CC64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46D48B1-D0AF-2B98-7D41-07C299A71B9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F063F04-AA3D-BC64-FA78-B868142556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DF1789C-1F2E-B816-4D09-CE1A59E4A02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8B11BB0E-9175-0F2A-8D21-F6718A220567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MIO_LOGOPLACEHOLDER#SMALL_LIGHT" hidden="1">
            <a:extLst>
              <a:ext uri="{FF2B5EF4-FFF2-40B4-BE49-F238E27FC236}">
                <a16:creationId xmlns:a16="http://schemas.microsoft.com/office/drawing/2014/main" id="{9B272CE2-3E6C-D817-684C-6A6CF6737D9E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4" name="Masterfield: Proprietary &amp; Confidential Option" hidden="1">
            <a:extLst>
              <a:ext uri="{FF2B5EF4-FFF2-40B4-BE49-F238E27FC236}">
                <a16:creationId xmlns:a16="http://schemas.microsoft.com/office/drawing/2014/main" id="{99C4B3E7-38A5-E052-0AE6-BC916C58532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5" name="Masterfield: Custom legal disclaimer field" hidden="1">
            <a:extLst>
              <a:ext uri="{FF2B5EF4-FFF2-40B4-BE49-F238E27FC236}">
                <a16:creationId xmlns:a16="http://schemas.microsoft.com/office/drawing/2014/main" id="{7A4FE83F-0BC8-C54E-8980-1782C038830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8" name="Masterfield: Custom Watermark" hidden="1">
            <a:extLst>
              <a:ext uri="{FF2B5EF4-FFF2-40B4-BE49-F238E27FC236}">
                <a16:creationId xmlns:a16="http://schemas.microsoft.com/office/drawing/2014/main" id="{9C091537-B23F-B52B-FD7D-2617815F92BF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D73863-270A-EA4F-DADC-2FFE76BCDFC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C88007-1B72-BD61-5C2B-E1B197293B5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7B929B-890F-EDE6-031A-532752E37EE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DD73A43-4587-851C-E09F-B04ED85CA63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3052B0-9EE4-8F96-F671-55A1C43CBA6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745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  ~  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Images</a:t>
            </a:r>
          </a:p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Dark Blue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7AEE9A-BDE1-C895-CD19-37C4580B322C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90837-9DE1-7BB5-A279-321BF21D22D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307551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1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7FA1E8-3251-82C7-F41A-703E2B80C27B}"/>
              </a:ext>
            </a:extLst>
          </p:cNvPr>
          <p:cNvSpPr/>
          <p:nvPr userDrawn="1"/>
        </p:nvSpPr>
        <p:spPr>
          <a:xfrm flipV="1">
            <a:off x="0" y="-1"/>
            <a:ext cx="12192000" cy="1367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FE25-667E-4380-ADF0-DD21ABDD6621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518865BF-9607-6C40-E55B-981C96CAFF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72B25-C5DC-0C6B-904A-AF9EA457C9B5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8DAC2D-2019-6C82-2780-7B71B0084131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9865FD-E5AD-E26E-883F-8F1606A01A93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211DAFF-DC4C-98C6-AC4A-8643699F59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77D57E-7870-9E36-4204-0412829562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9B48798-9C94-2C10-BB1E-2D43F2732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353182-545A-9749-66AB-0B6439C838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E6C620-7A3F-E874-B79D-BE2302819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E5A0B3-AB8A-DF3D-5D43-F81B48B631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708588-16B0-19D3-E0CD-BD5B6510BC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0CDFC98-350F-7E62-0CAE-6C296ABC9E9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E536DD6-E631-4F70-C0D3-2003BA603E8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7C3ECE7-94A9-92D3-D720-6903A83A0C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5E59653-65FC-664D-0774-19FD9BCF63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F1D665-E128-5A71-058A-EBA54891AE1B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1363B58-66E8-44E0-43DD-55DE4EE30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D51E309-AED8-C403-B207-C7E20D293C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08C663C-3C6C-C1E0-3721-5E54F62ECFF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MIO_LOGOPLACEHOLDER#SMALL_LIGHT" hidden="1">
            <a:extLst>
              <a:ext uri="{FF2B5EF4-FFF2-40B4-BE49-F238E27FC236}">
                <a16:creationId xmlns:a16="http://schemas.microsoft.com/office/drawing/2014/main" id="{C5301B36-9A65-ABC1-D2FE-F7CEC6413E66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1" name="Masterfield: Proprietary &amp; Confidential Option" hidden="1">
            <a:extLst>
              <a:ext uri="{FF2B5EF4-FFF2-40B4-BE49-F238E27FC236}">
                <a16:creationId xmlns:a16="http://schemas.microsoft.com/office/drawing/2014/main" id="{917D66ED-8E85-2E73-AD4F-9413BADADCD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5" name="Masterfield: Custom legal disclaimer field" hidden="1">
            <a:extLst>
              <a:ext uri="{FF2B5EF4-FFF2-40B4-BE49-F238E27FC236}">
                <a16:creationId xmlns:a16="http://schemas.microsoft.com/office/drawing/2014/main" id="{46784A88-C374-7815-9A34-8613515A663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6" name="Masterfield: Custom Watermark" hidden="1">
            <a:extLst>
              <a:ext uri="{FF2B5EF4-FFF2-40B4-BE49-F238E27FC236}">
                <a16:creationId xmlns:a16="http://schemas.microsoft.com/office/drawing/2014/main" id="{BEF6D5B6-D9D1-5C07-A9F6-91A7CF84F76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7" name="Content Placeholder 6">
            <a:extLst>
              <a:ext uri="{FF2B5EF4-FFF2-40B4-BE49-F238E27FC236}">
                <a16:creationId xmlns:a16="http://schemas.microsoft.com/office/drawing/2014/main" id="{612E6CA7-5029-2953-87A1-4CF9C1BEB26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8640" y="1600200"/>
            <a:ext cx="7376159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F42FB020-6713-145E-901D-7A47493A9A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3474720" cy="4782312"/>
          </a:xfr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2349CB-B436-7E15-B9C3-4F21B2427F5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2DAFE-5533-C47B-0C8B-D49AA0D280C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F4C612-9784-16A0-1E19-EB322C29813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E69E7A-7F1E-A1D3-E488-E32DDA16E8F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B29548-B99A-0AB4-600F-8E1DC3D821A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461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2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C53C6E-4570-E62D-42C8-612EBFBCF0D9}"/>
              </a:ext>
            </a:extLst>
          </p:cNvPr>
          <p:cNvSpPr/>
          <p:nvPr userDrawn="1"/>
        </p:nvSpPr>
        <p:spPr>
          <a:xfrm flipV="1">
            <a:off x="0" y="-1"/>
            <a:ext cx="12192000" cy="1367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0EAA5-E8C5-44D8-87C7-201041690B66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0BB74D44-FE27-F4A6-CA46-B802FEA54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B96052-D7FC-463C-3672-F7BB0B4AA7EF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BD39EA-0431-C95D-0A2E-564D489FD6F9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03D6C5-4180-AC68-05A9-3C47CAEC01DD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7BF5744-422F-D549-0115-96FFCCCF9B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D15365D-AA3D-C349-9F50-75E344436F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B76668-0BFC-E033-39FD-2B5DECAD7C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B118DB-E603-1E73-72B2-4126C5E127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8A9940D-13E8-B584-F2C4-46F4DB15EB1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6BB136D-17C4-A1C0-2CBD-551723A5F7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51AEFB-CB8D-14E2-8033-FF90FB7B4F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A618402-00BC-EACE-89CA-0E14496F0C7E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756B1E2-BEF6-447D-13D1-AA9EF2A4E5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68F273F-A83D-2530-7B4A-F48E521852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C0CD151-A4B0-C5BF-3BD1-DDCB807391B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68F9C01-DA75-42ED-7BA1-EC5590D7584C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0E507A7-1304-3615-AB25-3F671F56DB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E544F13-606F-5C7B-241C-6361C87CBDC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50CF9BB-5ABC-62FB-FF66-918315776D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MIO_LOGOPLACEHOLDER#SMALL_LIGHT" hidden="1">
            <a:extLst>
              <a:ext uri="{FF2B5EF4-FFF2-40B4-BE49-F238E27FC236}">
                <a16:creationId xmlns:a16="http://schemas.microsoft.com/office/drawing/2014/main" id="{5ED342FC-7537-E2A2-1B2D-CFDA462E386E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3" name="Masterfield: Proprietary &amp; Confidential Option" hidden="1">
            <a:extLst>
              <a:ext uri="{FF2B5EF4-FFF2-40B4-BE49-F238E27FC236}">
                <a16:creationId xmlns:a16="http://schemas.microsoft.com/office/drawing/2014/main" id="{32C33ECF-AA27-8E05-B616-3D5E7C3B8AC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7" name="Masterfield: Custom legal disclaimer field" hidden="1">
            <a:extLst>
              <a:ext uri="{FF2B5EF4-FFF2-40B4-BE49-F238E27FC236}">
                <a16:creationId xmlns:a16="http://schemas.microsoft.com/office/drawing/2014/main" id="{AD746C5B-5069-C84F-9C57-9C3F119D63C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8" name="Masterfield: Custom Watermark" hidden="1">
            <a:extLst>
              <a:ext uri="{FF2B5EF4-FFF2-40B4-BE49-F238E27FC236}">
                <a16:creationId xmlns:a16="http://schemas.microsoft.com/office/drawing/2014/main" id="{B119952A-1664-9E72-EC76-1E836240A0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9" name="Content Placeholder Left">
            <a:extLst>
              <a:ext uri="{FF2B5EF4-FFF2-40B4-BE49-F238E27FC236}">
                <a16:creationId xmlns:a16="http://schemas.microsoft.com/office/drawing/2014/main" id="{261E4949-B08B-F090-9B2D-743D0DD717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8641" y="1600200"/>
            <a:ext cx="34747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4F155C52-CCCD-643D-2F71-FA29EBCB4E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3474720" cy="4782312"/>
          </a:xfr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Content Placeholder Right">
            <a:extLst>
              <a:ext uri="{FF2B5EF4-FFF2-40B4-BE49-F238E27FC236}">
                <a16:creationId xmlns:a16="http://schemas.microsoft.com/office/drawing/2014/main" id="{D0E09EFD-ED01-6959-6F9C-3BBAC468A14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60082" y="1600200"/>
            <a:ext cx="34747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Divider">
            <a:extLst>
              <a:ext uri="{FF2B5EF4-FFF2-40B4-BE49-F238E27FC236}">
                <a16:creationId xmlns:a16="http://schemas.microsoft.com/office/drawing/2014/main" id="{C13519AD-FA15-5895-D462-4C5ECD6BCAF6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8044630" y="1600200"/>
            <a:ext cx="9144" cy="4782312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B68D6A-B5C7-F9A9-E23A-F0D899A90E9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99DAA9-0C5A-C1C6-57B6-7631B7DCD1D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A43020-0E56-E3B3-4C71-44CA18F352B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9A0B73-B078-F09E-C29B-69CEF468EDE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655748-B385-1A3A-AEA6-76DBCFF344C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3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5F2FE3-7F95-FD91-C458-1C640FBC67F6}"/>
              </a:ext>
            </a:extLst>
          </p:cNvPr>
          <p:cNvSpPr/>
          <p:nvPr userDrawn="1"/>
        </p:nvSpPr>
        <p:spPr>
          <a:xfrm flipV="1">
            <a:off x="0" y="-1"/>
            <a:ext cx="12192000" cy="1367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D5DE-5F9A-4CF4-B494-0DEFF558E022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1116A0D3-16AA-71FA-8F0B-8344B39CAD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737FD-CA6A-1CAE-5F4A-057A44C4ECB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0FEA7-A607-EE44-3F99-3D3F46B5F1CA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EA435E-8A95-8E6C-038B-8E08DA568416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027D2C9-08FB-4E1B-A822-A5F9AB397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1603E86-CDAA-03E4-284C-573E894C0E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6E37F1B-E779-6349-D58D-8FB3711A3D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8E8206-2803-41E3-84A0-674BA6DEA4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3A5141F-5543-80AC-FBC5-F098E2E6D9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BCDD517-1012-635E-27B4-38CD0507C1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F3BB302-0B65-D4E9-11DA-85C14A78DC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FE411E4-7FDC-E0B9-DC48-0A6B8AF2B20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E1B4056-FC39-B0F6-E810-2AC1E70E31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9198C23-5752-A715-3DF9-F7E4161B825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A525A27-2756-208C-A110-F4AD821B46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CDF29D8-2E5E-7337-F835-46158B2A2CAD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A9C0777-3303-90FB-48E6-88E2C260AFF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1A87943-E6F0-A89F-2D8F-F3D98F2A4E9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FD383CC-2279-5F1C-75CA-E604D0AD98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MIO_LOGOPLACEHOLDER#SMALL_LIGHT" hidden="1">
            <a:extLst>
              <a:ext uri="{FF2B5EF4-FFF2-40B4-BE49-F238E27FC236}">
                <a16:creationId xmlns:a16="http://schemas.microsoft.com/office/drawing/2014/main" id="{FBAA2CB0-D499-AAAE-CF8A-486AC1BC2132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5" name="Masterfield: Proprietary &amp; Confidential Option" hidden="1">
            <a:extLst>
              <a:ext uri="{FF2B5EF4-FFF2-40B4-BE49-F238E27FC236}">
                <a16:creationId xmlns:a16="http://schemas.microsoft.com/office/drawing/2014/main" id="{E5939190-C390-ACF0-EB0C-3243327BB89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9" name="Masterfield: Custom legal disclaimer field" hidden="1">
            <a:extLst>
              <a:ext uri="{FF2B5EF4-FFF2-40B4-BE49-F238E27FC236}">
                <a16:creationId xmlns:a16="http://schemas.microsoft.com/office/drawing/2014/main" id="{4A6CF37E-9EE0-DAD9-BCEB-D74E625A51C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40" name="Masterfield: Custom Watermark" hidden="1">
            <a:extLst>
              <a:ext uri="{FF2B5EF4-FFF2-40B4-BE49-F238E27FC236}">
                <a16:creationId xmlns:a16="http://schemas.microsoft.com/office/drawing/2014/main" id="{FBADB1EC-AF24-A030-BC0B-AB3117498BD3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1" name="Content Placeholder Right">
            <a:extLst>
              <a:ext uri="{FF2B5EF4-FFF2-40B4-BE49-F238E27FC236}">
                <a16:creationId xmlns:a16="http://schemas.microsoft.com/office/drawing/2014/main" id="{3AE3E01F-9E59-01F8-EB7D-A2D809FAB96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8641" y="1600200"/>
            <a:ext cx="21666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Content Placeholder Middl4e">
            <a:extLst>
              <a:ext uri="{FF2B5EF4-FFF2-40B4-BE49-F238E27FC236}">
                <a16:creationId xmlns:a16="http://schemas.microsoft.com/office/drawing/2014/main" id="{CDD50690-0A41-35C5-DD84-56D848534C8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963411" y="1618488"/>
            <a:ext cx="21666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5236C91E-2F5C-BD81-2AF2-6CD5E73A06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3474720" cy="4782312"/>
          </a:xfr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Content Placeholder Right">
            <a:extLst>
              <a:ext uri="{FF2B5EF4-FFF2-40B4-BE49-F238E27FC236}">
                <a16:creationId xmlns:a16="http://schemas.microsoft.com/office/drawing/2014/main" id="{B8AD0AC3-51BE-45A2-A38A-16F08B572B4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568180" y="1600200"/>
            <a:ext cx="216662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Divider">
            <a:extLst>
              <a:ext uri="{FF2B5EF4-FFF2-40B4-BE49-F238E27FC236}">
                <a16:creationId xmlns:a16="http://schemas.microsoft.com/office/drawing/2014/main" id="{FC435286-1379-A944-ED0E-42F9D5AF49FB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9344534" y="1600200"/>
            <a:ext cx="9144" cy="4782312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6" name="Divider">
            <a:extLst>
              <a:ext uri="{FF2B5EF4-FFF2-40B4-BE49-F238E27FC236}">
                <a16:creationId xmlns:a16="http://schemas.microsoft.com/office/drawing/2014/main" id="{49E21A5D-27C6-3FA4-0634-DDC32FF8DD3F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6739764" y="1600200"/>
            <a:ext cx="9144" cy="4782312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D50F5D-9C60-52C5-EA41-72930BB02E9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5F7BCD-F38B-6551-CBAC-DE65A7FAEFA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728EF9-BED1-0097-65E2-4DF54B792C4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CEA23-056B-D852-47FB-2628AE85AA9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3CC7D5-AC85-A086-916C-8A0FF6F6CD2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674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de 1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029B86-FA3E-F8C3-BC25-87A99D011D7D}"/>
              </a:ext>
            </a:extLst>
          </p:cNvPr>
          <p:cNvSpPr/>
          <p:nvPr userDrawn="1"/>
        </p:nvSpPr>
        <p:spPr>
          <a:xfrm flipV="1">
            <a:off x="0" y="-1"/>
            <a:ext cx="12192000" cy="1367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CE36-BB67-47AB-A297-A866B081069F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3C57BD1D-7AF6-89FA-38BF-64ECA33E5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296FD0-1122-F0ED-3873-748DB6FC581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8583B1-4FEF-9679-3BD2-2AB258A3CE56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2C5E2A-99F1-F7FE-70C5-30C6FF29811D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7A58F5-E426-6B53-33DD-E0D538E8B8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71C9E4-BE01-5E45-E4D3-2503E3E5476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1B58C32-995D-C0FE-481F-09C0071B8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267B75-36DC-B95A-A2DB-4472C99EFE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CAF117-DC97-DFD8-012A-154A190C67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67E161-7555-1E01-80C2-4B8A3E1A41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9DD319B-1093-055D-C984-B588C39D03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5517392-8F1D-4B6A-6F07-51945A619682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40F3980-D81D-8639-66C7-C2055BB67FA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CDB920C-A999-0D25-1425-0422BD28BAB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C5D3D06-596C-A3C4-EFCC-8B51F960509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BDF4C72-BF91-3D37-F6DB-298F0B0E2E57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0274E5F-AAAD-8957-9DFD-901D579A967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19FCC03-CC5F-8DD1-3242-A20072ABF19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62B56B0-5727-5017-9F53-7C83567C5D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MIO_LOGOPLACEHOLDER#SMALL_LIGHT" hidden="1">
            <a:extLst>
              <a:ext uri="{FF2B5EF4-FFF2-40B4-BE49-F238E27FC236}">
                <a16:creationId xmlns:a16="http://schemas.microsoft.com/office/drawing/2014/main" id="{E7FBF152-4E3F-7D35-FF2F-B23041D0CB89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1" name="Masterfield: Proprietary &amp; Confidential Option" hidden="1">
            <a:extLst>
              <a:ext uri="{FF2B5EF4-FFF2-40B4-BE49-F238E27FC236}">
                <a16:creationId xmlns:a16="http://schemas.microsoft.com/office/drawing/2014/main" id="{937F3703-707D-70D7-2BBF-D6795F75D28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5" name="Masterfield: Custom legal disclaimer field" hidden="1">
            <a:extLst>
              <a:ext uri="{FF2B5EF4-FFF2-40B4-BE49-F238E27FC236}">
                <a16:creationId xmlns:a16="http://schemas.microsoft.com/office/drawing/2014/main" id="{83EDA4D4-D704-D2D1-5DB6-77635058609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6" name="Masterfield: Custom Watermark" hidden="1">
            <a:extLst>
              <a:ext uri="{FF2B5EF4-FFF2-40B4-BE49-F238E27FC236}">
                <a16:creationId xmlns:a16="http://schemas.microsoft.com/office/drawing/2014/main" id="{6239BC8D-9841-03F4-DBFB-1224CE2D689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7" name="Content Placeholder 6">
            <a:extLst>
              <a:ext uri="{FF2B5EF4-FFF2-40B4-BE49-F238E27FC236}">
                <a16:creationId xmlns:a16="http://schemas.microsoft.com/office/drawing/2014/main" id="{19F3C374-0EC1-588D-ADC3-D2D84D27A92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00344" y="1618487"/>
            <a:ext cx="5934456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FF726C8C-CD09-F2B1-0CEA-B734DCC6F2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18487"/>
            <a:ext cx="4846320" cy="4782312"/>
          </a:xfr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5E450F-B1AB-5F80-95D2-6890C6FB8FF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E4FA74-8881-909E-79DA-0BDA9EA6B27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1EE66-97E4-606C-79F3-823AAC08973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FC2032-D467-DAB2-258F-1C4D6F91866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8889DA-EDFD-1627-17CB-F3E75FF4807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1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de 2 Colum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84630E-6D96-6F0B-A40E-3B45499B49BD}"/>
              </a:ext>
            </a:extLst>
          </p:cNvPr>
          <p:cNvSpPr/>
          <p:nvPr userDrawn="1"/>
        </p:nvSpPr>
        <p:spPr>
          <a:xfrm flipV="1">
            <a:off x="0" y="-1"/>
            <a:ext cx="12192000" cy="1367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46D43-FA0C-8D3A-3FC2-080D62383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112776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B6BEA-458F-33A7-FF89-247CEAB7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2391-43F3-45E9-91B4-B8C512371ED1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B8DD6-54AA-0A0B-5F9B-6E399EC6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A4BB-B110-96D5-A7F4-01CFC463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Source Placeholder">
            <a:extLst>
              <a:ext uri="{FF2B5EF4-FFF2-40B4-BE49-F238E27FC236}">
                <a16:creationId xmlns:a16="http://schemas.microsoft.com/office/drawing/2014/main" id="{F1C97215-9276-B22F-BCB0-E5824C2E6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6548444"/>
            <a:ext cx="8961120" cy="137160"/>
          </a:xfrm>
        </p:spPr>
        <p:txBody>
          <a:bodyPr lIns="0" tIns="0" rIns="0" bIns="0" anchor="b"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[Add source information if needed]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0F8BAB-C1C5-FC4C-9618-2979006FBC06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8B7E8-49AD-B92A-3ACD-B7E4D1056B1E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2626FC-5C5B-CDD7-572A-16D3CB232967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69B027-7AA3-281F-8E59-CCCE9F4E5B1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FC32D99-AFA6-0EC9-ECEE-F27629B357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30D6A4-B3B6-E931-61D7-1AF1B8F864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CC268B-CD21-1E77-8D69-CDB4E51060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EFE1F52-E639-FAC4-9FFA-070D958FB6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D69DA4C-FFD7-6E86-5603-2BA682C0C7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0AB683-122C-9BD2-A7F6-09B815F68D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23F744D-F9C5-5407-7594-2FBD12840494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1096E81-7C39-395A-8175-85B2408EA3C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6FB0386-390E-428B-FC85-44A43721414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9724066-62E4-EDBA-43B9-3F111D39475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22C4508-8F6D-9F6A-B84B-64B51872624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2B79C26-9442-147F-C111-DD6715FF3B5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5E8CFD1-07CF-5589-64C7-0456FB1FFA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A09DAA-7330-FE3F-8AEB-9F3173BBD85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MIO_LOGOPLACEHOLDER#SMALL_LIGHT" hidden="1">
            <a:extLst>
              <a:ext uri="{FF2B5EF4-FFF2-40B4-BE49-F238E27FC236}">
                <a16:creationId xmlns:a16="http://schemas.microsoft.com/office/drawing/2014/main" id="{E84711DC-6BA8-84B2-2AD9-CA6D466D9692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3" name="Masterfield: Proprietary &amp; Confidential Option" hidden="1">
            <a:extLst>
              <a:ext uri="{FF2B5EF4-FFF2-40B4-BE49-F238E27FC236}">
                <a16:creationId xmlns:a16="http://schemas.microsoft.com/office/drawing/2014/main" id="{12F58CB1-2992-0C4B-37BA-0BC239B1F37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7" name="Masterfield: Custom legal disclaimer field" hidden="1">
            <a:extLst>
              <a:ext uri="{FF2B5EF4-FFF2-40B4-BE49-F238E27FC236}">
                <a16:creationId xmlns:a16="http://schemas.microsoft.com/office/drawing/2014/main" id="{722490F2-8F3A-91B0-5A53-E49731424953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9" name="Masterfield: Custom Watermark" hidden="1">
            <a:extLst>
              <a:ext uri="{FF2B5EF4-FFF2-40B4-BE49-F238E27FC236}">
                <a16:creationId xmlns:a16="http://schemas.microsoft.com/office/drawing/2014/main" id="{DA180D29-D1AE-AA6E-98F0-B480575421F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38" name="Content Placeholder Left">
            <a:extLst>
              <a:ext uri="{FF2B5EF4-FFF2-40B4-BE49-F238E27FC236}">
                <a16:creationId xmlns:a16="http://schemas.microsoft.com/office/drawing/2014/main" id="{AD32F61C-3029-6F7D-5E0A-B2E8C2C3BF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00344" y="1600200"/>
            <a:ext cx="274320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AF97A1C6-47F3-8F1C-1194-0677E5FBB5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600200"/>
            <a:ext cx="4846320" cy="4782312"/>
          </a:xfr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Content Placeholder Right">
            <a:extLst>
              <a:ext uri="{FF2B5EF4-FFF2-40B4-BE49-F238E27FC236}">
                <a16:creationId xmlns:a16="http://schemas.microsoft.com/office/drawing/2014/main" id="{41503C78-DE16-6D6F-81F2-0EF58EED65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91600" y="1600200"/>
            <a:ext cx="2743200" cy="4782312"/>
          </a:xfrm>
        </p:spPr>
        <p:txBody>
          <a:bodyPr/>
          <a:lstStyle/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Divider">
            <a:extLst>
              <a:ext uri="{FF2B5EF4-FFF2-40B4-BE49-F238E27FC236}">
                <a16:creationId xmlns:a16="http://schemas.microsoft.com/office/drawing/2014/main" id="{58443907-CB13-0B33-71A8-027A25C6327D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8763000" y="1600200"/>
            <a:ext cx="9144" cy="4782312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332F7D-418F-6E22-6297-3C8B544B024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F81383-2F8F-D78C-90C7-E1B941A5A75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10E4D1-47A4-3B90-E6C2-7FFD5F7F143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725DFD-A52B-BF94-3282-27D8AE39E87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5F46F6C-8422-6764-BEF0-714122772B2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597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~ 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Quotes</a:t>
            </a:r>
          </a:p>
          <a:p>
            <a:pPr algn="ctr"/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3C8857-3CBE-76F2-AED4-E0C2FEA2A2A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B20B3-D7C1-E1EE-C994-3ED4570A9E6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137384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FBEA-1076-3106-8F3F-2D10F17D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35C19-B579-4C31-970F-B2E5AE5D9506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2B11B-9CB3-0428-96DF-19D21B4C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F6AAF-87D7-9EB3-7DFB-C23066D6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F88EE743-0250-17B5-B4F0-AFB01BEECEC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838200" y="1358900"/>
            <a:ext cx="10515600" cy="4155440"/>
          </a:xfr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large text here.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DBA47F-66B3-D1F3-4FF1-652AFE9DA860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034681E-E360-68FC-8570-89B1C0E09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B449014-CF67-9756-DB3A-D851D49F01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332D237-DE20-44E5-CF7F-A0C99F2EC8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B818004-EAF1-570B-465B-6D98B2D53F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9B7D89-82A7-416C-0982-440403F436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F2972AE-D87D-0D7E-CC11-162DD09E53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19760A-7ADE-73EC-0638-C1603C1EFA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BE79CE2-9537-5017-6569-4C9332FF10C7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4724374-1658-618E-03D9-62EDAA951A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642256C-B6F0-EF31-919A-6AB6B36026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2D573BE-13FD-0422-0DD0-2E5A2A9850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8FAAE66-0C7B-6FCF-DD5E-357DB2F43072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3DAD0F6-E366-1419-552E-898E908E258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556B7F9-8F9C-F2AA-5F84-AD8558C9AC9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0A2E8DA-1ED0-2802-77B8-E87B24EEEF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B66FA4-4545-D3C4-E523-94159F2402E1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9" name="MIO_LOGOPLACEHOLDER#SMALL_LIGHT" hidden="1">
            <a:extLst>
              <a:ext uri="{FF2B5EF4-FFF2-40B4-BE49-F238E27FC236}">
                <a16:creationId xmlns:a16="http://schemas.microsoft.com/office/drawing/2014/main" id="{60D75377-1690-4247-1386-917C3418668B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7" name="Masterfield: Proprietary &amp; Confidential Option" hidden="1">
            <a:extLst>
              <a:ext uri="{FF2B5EF4-FFF2-40B4-BE49-F238E27FC236}">
                <a16:creationId xmlns:a16="http://schemas.microsoft.com/office/drawing/2014/main" id="{19DED0E5-8013-3A9F-5084-C3DDA1243533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8" name="Masterfield: Custom legal disclaimer field" hidden="1">
            <a:extLst>
              <a:ext uri="{FF2B5EF4-FFF2-40B4-BE49-F238E27FC236}">
                <a16:creationId xmlns:a16="http://schemas.microsoft.com/office/drawing/2014/main" id="{5FA8C0E1-F73C-787A-4AA1-EEB348ABFD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0" name="Masterfield: Custom Watermark" hidden="1">
            <a:extLst>
              <a:ext uri="{FF2B5EF4-FFF2-40B4-BE49-F238E27FC236}">
                <a16:creationId xmlns:a16="http://schemas.microsoft.com/office/drawing/2014/main" id="{DE0AB048-FC4A-9C11-4A7F-4E5C80EEB9E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D1B623-0028-1E8D-7A64-43F2FF4AA12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0A9FA1-C9D1-A71E-CFCD-D01D2E55DE1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C0F790-1060-AA24-2406-AA6524BE46C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23BAD99-86A9-BFAB-25E8-918FA00439E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7CCD31-C6BE-D6B2-9784-EB45CC4F261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56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Topic Marker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FBEA-1076-3106-8F3F-2D10F17D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38D2-CAF8-48CD-BD3E-F9A1E1CA207A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2B11B-9CB3-0428-96DF-19D21B4C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F6AAF-87D7-9EB3-7DFB-C23066D6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F88EE743-0250-17B5-B4F0-AFB01BEECEC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838200" y="1816100"/>
            <a:ext cx="10515600" cy="3698239"/>
          </a:xfr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large text here. </a:t>
            </a:r>
          </a:p>
        </p:txBody>
      </p:sp>
      <p:sp>
        <p:nvSpPr>
          <p:cNvPr id="2" name="Topic Marker">
            <a:extLst>
              <a:ext uri="{FF2B5EF4-FFF2-40B4-BE49-F238E27FC236}">
                <a16:creationId xmlns:a16="http://schemas.microsoft.com/office/drawing/2014/main" id="{5258233E-F415-2D02-FBD8-B96B6839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0855" y="832971"/>
            <a:ext cx="1710290" cy="8551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C2A221-B9FE-C05E-E734-ACDFAC6AB855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22010C-B736-0BC2-C083-3A2B26B88C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DFF5683-3BD7-AB07-0E9D-7E299A894D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A544369-5EA6-739B-F8FE-DEADD1AA09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302178-7A82-1CAC-AB30-E65E1FD1D2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07CB5C-A9BC-194A-93C5-8C1B5E6013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2B08860-C2C8-C440-AD13-D565A36592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4BAC19-B03F-0EBD-57C2-AD3A4599E1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E08E602-86BC-10A2-E4C4-369ABA0A8805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421D54D-510B-A8AB-883A-43A8A9DF01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6682A7F-54DB-4E40-6150-A0006CCBED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3730F3C-ABE2-16B6-5490-4C3871F7573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B97A112-B7B6-54ED-A0DA-7DE8B23573B7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A8EF2BE-B734-9059-0C7E-B519A4587C5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1CC6FB3-8233-BBF2-210E-D32771049D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F54A0DB-2B57-F738-3244-A221972E3E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9B189A-2A78-8A2A-C2B4-505144A55AF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9" name="MIO_LOGOPLACEHOLDER#SMALL_LIGHT" hidden="1">
            <a:extLst>
              <a:ext uri="{FF2B5EF4-FFF2-40B4-BE49-F238E27FC236}">
                <a16:creationId xmlns:a16="http://schemas.microsoft.com/office/drawing/2014/main" id="{2BF13F1F-BD72-128F-3D49-930F09C9D08B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8F28022F-BFCC-002A-6E0F-5ABA6FFA87BF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0" name="Masterfield: Custom legal disclaimer field" hidden="1">
            <a:extLst>
              <a:ext uri="{FF2B5EF4-FFF2-40B4-BE49-F238E27FC236}">
                <a16:creationId xmlns:a16="http://schemas.microsoft.com/office/drawing/2014/main" id="{A8411745-B775-09B9-28ED-15E5E1AA87C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1" name="Masterfield: Custom Watermark" hidden="1">
            <a:extLst>
              <a:ext uri="{FF2B5EF4-FFF2-40B4-BE49-F238E27FC236}">
                <a16:creationId xmlns:a16="http://schemas.microsoft.com/office/drawing/2014/main" id="{2D9F43D9-A232-708A-0C5E-7036CE2A76F4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E7D21C-16A9-73D6-AF4F-B1A4C2D5569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F535F0-5CA9-5380-2946-1F8E952376A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D84C2F-04E9-07D1-D1FA-77EF770365F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1974F1A-8D27-83D0-6351-C7C076A6BEB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BA16E8-E67C-7924-0BF4-F6CED4F8676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307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   ~ 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Agenda</a:t>
            </a:r>
          </a:p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Key Theme</a:t>
            </a:r>
          </a:p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03115D-BFDF-1170-3AD2-E05C4E8B5646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66A63-441C-F280-CD58-733CC6D8473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116610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/ Key Theme 3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E93E56-E72A-E4DB-31D1-AD1573872AF4}"/>
              </a:ext>
            </a:extLst>
          </p:cNvPr>
          <p:cNvSpPr/>
          <p:nvPr userDrawn="1"/>
        </p:nvSpPr>
        <p:spPr>
          <a:xfrm flipV="1">
            <a:off x="0" y="-1"/>
            <a:ext cx="12192000" cy="1367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FF48-A770-1C79-2F90-51E2736E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E2CD-72A0-DD50-A54E-00C2CE98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2CD-C3F5-4DCA-B912-5FE845E4112B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B8258-E92E-DB26-A4D6-7A58FAA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380C-C1FB-C7FE-9C4F-EA06A3E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824E7B-D771-CA38-9013-BE38B622396D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9" name="MIO_LOGOPLACEHOLDER#SMALL_LIGHT" hidden="1">
            <a:extLst>
              <a:ext uri="{FF2B5EF4-FFF2-40B4-BE49-F238E27FC236}">
                <a16:creationId xmlns:a16="http://schemas.microsoft.com/office/drawing/2014/main" id="{0081CA27-CA32-78BE-8FAC-4694958A9B8A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12" name="Masterfield: Proprietary &amp; Confidential Option" hidden="1">
            <a:extLst>
              <a:ext uri="{FF2B5EF4-FFF2-40B4-BE49-F238E27FC236}">
                <a16:creationId xmlns:a16="http://schemas.microsoft.com/office/drawing/2014/main" id="{CD1F8439-AAE7-0410-5C5F-A2AED8DC7BBC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5" name="Masterfield: Custom legal disclaimer field" hidden="1">
            <a:extLst>
              <a:ext uri="{FF2B5EF4-FFF2-40B4-BE49-F238E27FC236}">
                <a16:creationId xmlns:a16="http://schemas.microsoft.com/office/drawing/2014/main" id="{AA5293B6-FA52-616E-7B61-759A6B02CCAA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7" name="Masterfield: Custom Watermark" hidden="1">
            <a:extLst>
              <a:ext uri="{FF2B5EF4-FFF2-40B4-BE49-F238E27FC236}">
                <a16:creationId xmlns:a16="http://schemas.microsoft.com/office/drawing/2014/main" id="{60813F30-83BB-17A2-5E6B-77B900DA942F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9" name="Topic Placeholder 1">
            <a:extLst>
              <a:ext uri="{FF2B5EF4-FFF2-40B4-BE49-F238E27FC236}">
                <a16:creationId xmlns:a16="http://schemas.microsoft.com/office/drawing/2014/main" id="{AABA2C4F-76F9-75F3-858C-09862F6865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9510" y="2093927"/>
            <a:ext cx="95689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0" name="Topic Placeholder 2">
            <a:extLst>
              <a:ext uri="{FF2B5EF4-FFF2-40B4-BE49-F238E27FC236}">
                <a16:creationId xmlns:a16="http://schemas.microsoft.com/office/drawing/2014/main" id="{29C44A8F-4685-66ED-4745-B3CC4B0BE6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9510" y="3606499"/>
            <a:ext cx="95689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1" name="Topic Placeholder 3">
            <a:extLst>
              <a:ext uri="{FF2B5EF4-FFF2-40B4-BE49-F238E27FC236}">
                <a16:creationId xmlns:a16="http://schemas.microsoft.com/office/drawing/2014/main" id="{23D7EAE6-986F-D5B6-C53C-E4DA8AB668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9510" y="5119069"/>
            <a:ext cx="95689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2" name="Topic 1">
            <a:extLst>
              <a:ext uri="{FF2B5EF4-FFF2-40B4-BE49-F238E27FC236}">
                <a16:creationId xmlns:a16="http://schemas.microsoft.com/office/drawing/2014/main" id="{2F4CE26D-3163-2C26-BC45-A85971E8D337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838200" y="2139647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3" name="Topic 2">
            <a:extLst>
              <a:ext uri="{FF2B5EF4-FFF2-40B4-BE49-F238E27FC236}">
                <a16:creationId xmlns:a16="http://schemas.microsoft.com/office/drawing/2014/main" id="{FB212F8C-1981-F51A-9183-3389D4EE88DB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838200" y="365222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4" name="Topic 3">
            <a:extLst>
              <a:ext uri="{FF2B5EF4-FFF2-40B4-BE49-F238E27FC236}">
                <a16:creationId xmlns:a16="http://schemas.microsoft.com/office/drawing/2014/main" id="{AC11DB0B-F01A-BDB2-9BD0-16BAAFEC80CD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838200" y="51647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5" name="Divider">
            <a:extLst>
              <a:ext uri="{FF2B5EF4-FFF2-40B4-BE49-F238E27FC236}">
                <a16:creationId xmlns:a16="http://schemas.microsoft.com/office/drawing/2014/main" id="{4850759C-838C-EED0-D511-5B6739EE7B21}"/>
              </a:ext>
            </a:extLst>
          </p:cNvPr>
          <p:cNvSpPr>
            <a:spLocks noGrp="1"/>
          </p:cNvSpPr>
          <p:nvPr>
            <p:ph type="media" sz="quarter" idx="32"/>
          </p:nvPr>
        </p:nvSpPr>
        <p:spPr>
          <a:xfrm rot="16200000">
            <a:off x="6101824" y="-2133267"/>
            <a:ext cx="9144" cy="104241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56" name="Divider">
            <a:extLst>
              <a:ext uri="{FF2B5EF4-FFF2-40B4-BE49-F238E27FC236}">
                <a16:creationId xmlns:a16="http://schemas.microsoft.com/office/drawing/2014/main" id="{9467E819-9644-E799-A726-A2F6B7E754FE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 rot="16200000">
            <a:off x="6101824" y="-620695"/>
            <a:ext cx="9144" cy="104241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303915-16BF-9419-C8F0-52A38F0E05D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581436-4B56-E3A3-CD64-6B230B37734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73BEF-C672-92FF-1207-74C33CBF331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A1BCAF-1A56-25F6-D4C1-1D90043975B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7A7C11-A935-0DBD-C3A7-219EB0E0D12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637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/ Key Theme 6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9A2A467-A7B2-0595-B3D9-4042EA4F829F}"/>
              </a:ext>
            </a:extLst>
          </p:cNvPr>
          <p:cNvSpPr/>
          <p:nvPr userDrawn="1"/>
        </p:nvSpPr>
        <p:spPr>
          <a:xfrm flipV="1">
            <a:off x="0" y="-1"/>
            <a:ext cx="12192000" cy="1367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FF48-A770-1C79-2F90-51E2736E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E2CD-72A0-DD50-A54E-00C2CE98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E64B-67D4-4161-8569-3F82038E634A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B8258-E92E-DB26-A4D6-7A58FAA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380C-C1FB-C7FE-9C4F-EA06A3E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96E70A-BF50-D06F-C0E7-AD6470AC8C78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F7558DD-87C5-8CAB-FC47-AC1A89D8FA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B571000-754A-2E66-C519-3FDAF9674F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1F853CB-0499-1A03-8530-D3048F8FF1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ADB160-0294-37BC-3751-BC87E66627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596710A-6D9F-912C-DBF2-27C628F65F6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7CCB3C0-1C96-A236-AC21-30E0F30894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EB26720-4895-6FBC-6B70-982859EF82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3DF06E5-A3A9-2222-5797-99BCF86D4388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FD62F99-5D04-F9B8-E3EB-1EDF0ABAF4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84BEC50-ACC1-3EE1-E5F3-040EA0C7BB0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296DDB4-F6E8-5E1F-52DB-0A55E3198D0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02D5A8D-F4ED-4E1A-5D58-01E389B3707B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5F11668-D3CF-66DE-A4F3-43E017ED0F7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52BE433-21A1-7D14-C9E1-7777F69566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993A8F6-A2B1-3B62-448D-F402E04F3F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1A2E67CB-4C31-3670-BB0C-1871F1961CD1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4" name="MIO_LOGOPLACEHOLDER#SMALL_LIGHT" hidden="1">
            <a:extLst>
              <a:ext uri="{FF2B5EF4-FFF2-40B4-BE49-F238E27FC236}">
                <a16:creationId xmlns:a16="http://schemas.microsoft.com/office/drawing/2014/main" id="{15A0673B-3E64-6427-C291-C711543C4821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5" name="Masterfield: Proprietary &amp; Confidential Option" hidden="1">
            <a:extLst>
              <a:ext uri="{FF2B5EF4-FFF2-40B4-BE49-F238E27FC236}">
                <a16:creationId xmlns:a16="http://schemas.microsoft.com/office/drawing/2014/main" id="{20BC18CA-A841-E3DC-69BA-95950B26A16F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26" name="Masterfield: Custom legal disclaimer field" hidden="1">
            <a:extLst>
              <a:ext uri="{FF2B5EF4-FFF2-40B4-BE49-F238E27FC236}">
                <a16:creationId xmlns:a16="http://schemas.microsoft.com/office/drawing/2014/main" id="{FE528498-A2FB-5A3A-D305-D443455FF765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27" name="Masterfield: Custom Watermark" hidden="1">
            <a:extLst>
              <a:ext uri="{FF2B5EF4-FFF2-40B4-BE49-F238E27FC236}">
                <a16:creationId xmlns:a16="http://schemas.microsoft.com/office/drawing/2014/main" id="{09D1B95A-764B-B2AB-4603-73E719780CC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49" name="Topic Placeholder 1">
            <a:extLst>
              <a:ext uri="{FF2B5EF4-FFF2-40B4-BE49-F238E27FC236}">
                <a16:creationId xmlns:a16="http://schemas.microsoft.com/office/drawing/2014/main" id="{9E7E3132-85A9-1016-1D12-DE23E3EB74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42830" y="1817567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1" name="Topic Placeholder 2">
            <a:extLst>
              <a:ext uri="{FF2B5EF4-FFF2-40B4-BE49-F238E27FC236}">
                <a16:creationId xmlns:a16="http://schemas.microsoft.com/office/drawing/2014/main" id="{F0BD09FB-AF41-7C03-1C4D-DB33C15DA3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42830" y="2616540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2" name="Topic Placeholder 3">
            <a:extLst>
              <a:ext uri="{FF2B5EF4-FFF2-40B4-BE49-F238E27FC236}">
                <a16:creationId xmlns:a16="http://schemas.microsoft.com/office/drawing/2014/main" id="{21BDB9BB-258A-ECC0-E3D3-DFE5B1D5F4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2830" y="3452458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3" name="Topic Placeholder 6">
            <a:extLst>
              <a:ext uri="{FF2B5EF4-FFF2-40B4-BE49-F238E27FC236}">
                <a16:creationId xmlns:a16="http://schemas.microsoft.com/office/drawing/2014/main" id="{F98CC766-3EDC-D329-F1F8-C29C5E4898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830" y="5982434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4" name="Topic 1">
            <a:extLst>
              <a:ext uri="{FF2B5EF4-FFF2-40B4-BE49-F238E27FC236}">
                <a16:creationId xmlns:a16="http://schemas.microsoft.com/office/drawing/2014/main" id="{B996FDBB-0333-433C-BA46-B35F9F1A2EE4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731520" y="1865975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5" name="Topic 6">
            <a:extLst>
              <a:ext uri="{FF2B5EF4-FFF2-40B4-BE49-F238E27FC236}">
                <a16:creationId xmlns:a16="http://schemas.microsoft.com/office/drawing/2014/main" id="{C9CC1456-C405-549A-E4B6-537C432D3F83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731520" y="6028154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6" name="Topic 2">
            <a:extLst>
              <a:ext uri="{FF2B5EF4-FFF2-40B4-BE49-F238E27FC236}">
                <a16:creationId xmlns:a16="http://schemas.microsoft.com/office/drawing/2014/main" id="{63AD5DB7-77ED-4920-7FF6-1E7697EAD32A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31520" y="2662260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7" name="Topic 3">
            <a:extLst>
              <a:ext uri="{FF2B5EF4-FFF2-40B4-BE49-F238E27FC236}">
                <a16:creationId xmlns:a16="http://schemas.microsoft.com/office/drawing/2014/main" id="{DECBCABA-DC00-2A68-50C2-8FD99B326CBE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1520" y="3501796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8" name="Topic Placeholder 4">
            <a:extLst>
              <a:ext uri="{FF2B5EF4-FFF2-40B4-BE49-F238E27FC236}">
                <a16:creationId xmlns:a16="http://schemas.microsoft.com/office/drawing/2014/main" id="{3F02EB06-26F6-FDCE-A7D8-1B1530717D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42830" y="4295612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9" name="Topic 4">
            <a:extLst>
              <a:ext uri="{FF2B5EF4-FFF2-40B4-BE49-F238E27FC236}">
                <a16:creationId xmlns:a16="http://schemas.microsoft.com/office/drawing/2014/main" id="{015B4447-1DC4-937B-AC39-AD4FC352942A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731520" y="4341332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0" name="Topic Placeholder 5">
            <a:extLst>
              <a:ext uri="{FF2B5EF4-FFF2-40B4-BE49-F238E27FC236}">
                <a16:creationId xmlns:a16="http://schemas.microsoft.com/office/drawing/2014/main" id="{D1718829-D221-A6AA-1763-DFDF8ED3AF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42830" y="5140509"/>
            <a:ext cx="9797566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61" name="Topic 5">
            <a:extLst>
              <a:ext uri="{FF2B5EF4-FFF2-40B4-BE49-F238E27FC236}">
                <a16:creationId xmlns:a16="http://schemas.microsoft.com/office/drawing/2014/main" id="{D04C2536-93CC-79D9-C206-6BDEDDF198AB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731520" y="5188617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2" name="Divider">
            <a:extLst>
              <a:ext uri="{FF2B5EF4-FFF2-40B4-BE49-F238E27FC236}">
                <a16:creationId xmlns:a16="http://schemas.microsoft.com/office/drawing/2014/main" id="{74C9B24A-F6D6-F34F-0840-7E518CFDBFB6}"/>
              </a:ext>
            </a:extLst>
          </p:cNvPr>
          <p:cNvSpPr>
            <a:spLocks noGrp="1"/>
          </p:cNvSpPr>
          <p:nvPr>
            <p:ph type="media" sz="quarter" idx="32"/>
          </p:nvPr>
        </p:nvSpPr>
        <p:spPr>
          <a:xfrm rot="16200000">
            <a:off x="6109444" y="-2901008"/>
            <a:ext cx="9144" cy="106527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3" name="Divider">
            <a:extLst>
              <a:ext uri="{FF2B5EF4-FFF2-40B4-BE49-F238E27FC236}">
                <a16:creationId xmlns:a16="http://schemas.microsoft.com/office/drawing/2014/main" id="{ACB461B7-0C62-79BE-8BA2-3CC0B66CE3BC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 rot="16200000">
            <a:off x="6109444" y="-2061472"/>
            <a:ext cx="9144" cy="106527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4" name="Divider">
            <a:extLst>
              <a:ext uri="{FF2B5EF4-FFF2-40B4-BE49-F238E27FC236}">
                <a16:creationId xmlns:a16="http://schemas.microsoft.com/office/drawing/2014/main" id="{E69B1835-3C66-C096-045F-EF7EF9BC088C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 rot="16200000">
            <a:off x="6109444" y="-1221936"/>
            <a:ext cx="9144" cy="106527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5" name="Divider">
            <a:extLst>
              <a:ext uri="{FF2B5EF4-FFF2-40B4-BE49-F238E27FC236}">
                <a16:creationId xmlns:a16="http://schemas.microsoft.com/office/drawing/2014/main" id="{D2D5FB3C-3FA7-BD35-2FDD-DCA2DBA8878E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 rot="16200000">
            <a:off x="6109444" y="-374651"/>
            <a:ext cx="9144" cy="106527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6" name="Divider">
            <a:extLst>
              <a:ext uri="{FF2B5EF4-FFF2-40B4-BE49-F238E27FC236}">
                <a16:creationId xmlns:a16="http://schemas.microsoft.com/office/drawing/2014/main" id="{1C32FC93-8AE2-DE46-9372-094E55CA3F7E}"/>
              </a:ext>
            </a:extLst>
          </p:cNvPr>
          <p:cNvSpPr>
            <a:spLocks noGrp="1"/>
          </p:cNvSpPr>
          <p:nvPr>
            <p:ph type="media" sz="quarter" idx="33"/>
          </p:nvPr>
        </p:nvSpPr>
        <p:spPr>
          <a:xfrm rot="16200000">
            <a:off x="6109444" y="464885"/>
            <a:ext cx="9144" cy="1065276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72ACB2-568C-B355-57F0-BA0699FB695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ECCB6-1DE0-EACC-A699-AA8707E0996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70FB7-C74B-0623-38C5-73B18A5D7B0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1661D1-A150-4512-5C04-132154A5900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ADB584-9D6B-8027-3FEE-7D3192D6924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822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/ Key Theme 8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A521C25-BB3C-5EE8-8B0E-2246A3AA2A5B}"/>
              </a:ext>
            </a:extLst>
          </p:cNvPr>
          <p:cNvSpPr/>
          <p:nvPr userDrawn="1"/>
        </p:nvSpPr>
        <p:spPr>
          <a:xfrm flipV="1">
            <a:off x="0" y="0"/>
            <a:ext cx="12192000" cy="1367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0FF48-A770-1C79-2F90-51E2736E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E2CD-72A0-DD50-A54E-00C2CE98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F5DD-738B-4DFD-9F35-6F56CB3C6762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B8258-E92E-DB26-A4D6-7A58FAA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380C-C1FB-C7FE-9C4F-EA06A3E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A9095B-63C6-B7F7-06DA-534040F20117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D7DD8B-9FF9-7C79-AC37-BBF114AAE4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BDA4392-887D-C740-B655-3BAC5B688B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97660C-3C74-FDEA-7A34-3C61D3007A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6D3BB-3412-94A5-9F76-DE7709473C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815DEEE-F2CD-F15D-DDFD-6CFDB23B67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FE114D8-51D1-B373-9FF1-F099673B55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D7E6B8E-4682-6F1A-8733-1F7A892795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1D7DE6B-3C05-0BE6-E0E6-19072D3953BB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3D9DD38-A616-75F1-4682-06975E33780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768632F-5D43-0819-5D68-0C85E93D830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A6555CB8-C01C-8861-B17B-3A40111BF0F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C243C01-EE24-AE70-B6BE-03C0DE1AE54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96DE006-03E0-6298-7DE8-8424CC6AE6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DBB2F97-8B58-FEFD-DCD3-026E32647AA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2EDB314D-E63B-01C4-231F-ECB5125840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132B6AE8-191D-7E1B-1D54-92F6A26DFE9A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9" name="MIO_LOGOPLACEHOLDER#SMALL_LIGHT" hidden="1">
            <a:extLst>
              <a:ext uri="{FF2B5EF4-FFF2-40B4-BE49-F238E27FC236}">
                <a16:creationId xmlns:a16="http://schemas.microsoft.com/office/drawing/2014/main" id="{14195AF5-790F-0FA1-2A98-E2ADF2C46C55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2" name="Masterfield: Proprietary &amp; Confidential Option" hidden="1">
            <a:extLst>
              <a:ext uri="{FF2B5EF4-FFF2-40B4-BE49-F238E27FC236}">
                <a16:creationId xmlns:a16="http://schemas.microsoft.com/office/drawing/2014/main" id="{1FE40337-CCCA-1F75-0104-8CEA0512DE5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26" name="Masterfield: Custom legal disclaimer field" hidden="1">
            <a:extLst>
              <a:ext uri="{FF2B5EF4-FFF2-40B4-BE49-F238E27FC236}">
                <a16:creationId xmlns:a16="http://schemas.microsoft.com/office/drawing/2014/main" id="{5855A8BC-3B30-547F-7667-B69AC88F05D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2" name="Masterfield: Custom Watermark" hidden="1">
            <a:extLst>
              <a:ext uri="{FF2B5EF4-FFF2-40B4-BE49-F238E27FC236}">
                <a16:creationId xmlns:a16="http://schemas.microsoft.com/office/drawing/2014/main" id="{007ABAEC-AF3A-6EDF-93F6-6A3F4879DC4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sp>
        <p:nvSpPr>
          <p:cNvPr id="54" name="Topic Placeholder 1">
            <a:extLst>
              <a:ext uri="{FF2B5EF4-FFF2-40B4-BE49-F238E27FC236}">
                <a16:creationId xmlns:a16="http://schemas.microsoft.com/office/drawing/2014/main" id="{07882BBF-1AFA-D255-E7A2-86E4C71A01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42830" y="1820478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6" name="Topic Placeholder 2">
            <a:extLst>
              <a:ext uri="{FF2B5EF4-FFF2-40B4-BE49-F238E27FC236}">
                <a16:creationId xmlns:a16="http://schemas.microsoft.com/office/drawing/2014/main" id="{EE20CCA8-1E38-F8DB-8499-FABCEE3D2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42830" y="2997380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7" name="Topic Placeholder 3">
            <a:extLst>
              <a:ext uri="{FF2B5EF4-FFF2-40B4-BE49-F238E27FC236}">
                <a16:creationId xmlns:a16="http://schemas.microsoft.com/office/drawing/2014/main" id="{E03A8906-7828-4857-7AF6-7641259E2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2830" y="4184582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8" name="Topic Placeholder 6">
            <a:extLst>
              <a:ext uri="{FF2B5EF4-FFF2-40B4-BE49-F238E27FC236}">
                <a16:creationId xmlns:a16="http://schemas.microsoft.com/office/drawing/2014/main" id="{9208F05B-6752-2A11-376C-5D1ECC512A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1944" y="3004247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59" name="Topic 1">
            <a:extLst>
              <a:ext uri="{FF2B5EF4-FFF2-40B4-BE49-F238E27FC236}">
                <a16:creationId xmlns:a16="http://schemas.microsoft.com/office/drawing/2014/main" id="{1C1463CF-CDED-0409-D0FF-E15E35CEC8A0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731520" y="186619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0" name="Topic 6">
            <a:extLst>
              <a:ext uri="{FF2B5EF4-FFF2-40B4-BE49-F238E27FC236}">
                <a16:creationId xmlns:a16="http://schemas.microsoft.com/office/drawing/2014/main" id="{3B577677-476E-A471-E063-3D1963ED1082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360634" y="305155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1" name="Topic 2">
            <a:extLst>
              <a:ext uri="{FF2B5EF4-FFF2-40B4-BE49-F238E27FC236}">
                <a16:creationId xmlns:a16="http://schemas.microsoft.com/office/drawing/2014/main" id="{94EBFB26-9363-69C1-BD8F-3EBC6375ED69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31520" y="301605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2" name="Topic 3">
            <a:extLst>
              <a:ext uri="{FF2B5EF4-FFF2-40B4-BE49-F238E27FC236}">
                <a16:creationId xmlns:a16="http://schemas.microsoft.com/office/drawing/2014/main" id="{AD290932-0095-56B8-C62A-2401BEDD5C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1520" y="4216781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3" name="Topic Placeholder 4">
            <a:extLst>
              <a:ext uri="{FF2B5EF4-FFF2-40B4-BE49-F238E27FC236}">
                <a16:creationId xmlns:a16="http://schemas.microsoft.com/office/drawing/2014/main" id="{2B58B1FB-F8AC-4A11-4CCD-E7FB5DDE75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42830" y="5371784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64" name="Topic 4">
            <a:extLst>
              <a:ext uri="{FF2B5EF4-FFF2-40B4-BE49-F238E27FC236}">
                <a16:creationId xmlns:a16="http://schemas.microsoft.com/office/drawing/2014/main" id="{BC289AED-7142-DFFB-F3E5-D04DF0AE40B2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731520" y="5417504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5" name="Topic Placeholder 5">
            <a:extLst>
              <a:ext uri="{FF2B5EF4-FFF2-40B4-BE49-F238E27FC236}">
                <a16:creationId xmlns:a16="http://schemas.microsoft.com/office/drawing/2014/main" id="{3C1F7101-C26C-3C14-CA4C-CE3B85E6B2B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71944" y="1820478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66" name="Topic 5">
            <a:extLst>
              <a:ext uri="{FF2B5EF4-FFF2-40B4-BE49-F238E27FC236}">
                <a16:creationId xmlns:a16="http://schemas.microsoft.com/office/drawing/2014/main" id="{E6B2BC19-277B-FE4A-FDD4-CBE416AB48DA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6360634" y="186619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7" name="Divider">
            <a:extLst>
              <a:ext uri="{FF2B5EF4-FFF2-40B4-BE49-F238E27FC236}">
                <a16:creationId xmlns:a16="http://schemas.microsoft.com/office/drawing/2014/main" id="{9665FAC9-CB6A-4D2B-B316-5E1B00AA4032}"/>
              </a:ext>
            </a:extLst>
          </p:cNvPr>
          <p:cNvSpPr>
            <a:spLocks noGrp="1"/>
          </p:cNvSpPr>
          <p:nvPr>
            <p:ph type="media" sz="quarter" idx="32"/>
          </p:nvPr>
        </p:nvSpPr>
        <p:spPr>
          <a:xfrm rot="16200000">
            <a:off x="3297664" y="129112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8" name="Divider">
            <a:extLst>
              <a:ext uri="{FF2B5EF4-FFF2-40B4-BE49-F238E27FC236}">
                <a16:creationId xmlns:a16="http://schemas.microsoft.com/office/drawing/2014/main" id="{476DD5B2-183F-8CF2-9144-44BD67ABE94F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 rot="16200000">
            <a:off x="3297664" y="1307074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69" name="Divider">
            <a:extLst>
              <a:ext uri="{FF2B5EF4-FFF2-40B4-BE49-F238E27FC236}">
                <a16:creationId xmlns:a16="http://schemas.microsoft.com/office/drawing/2014/main" id="{DB4C4F31-8D41-8EEB-7E74-668367DD2137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 rot="16200000">
            <a:off x="3297664" y="2485422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70" name="Divider">
            <a:extLst>
              <a:ext uri="{FF2B5EF4-FFF2-40B4-BE49-F238E27FC236}">
                <a16:creationId xmlns:a16="http://schemas.microsoft.com/office/drawing/2014/main" id="{7517D4A9-2B0D-27D9-9372-781975C69A1F}"/>
              </a:ext>
            </a:extLst>
          </p:cNvPr>
          <p:cNvSpPr>
            <a:spLocks noGrp="1"/>
          </p:cNvSpPr>
          <p:nvPr>
            <p:ph type="media" sz="quarter" idx="34"/>
          </p:nvPr>
        </p:nvSpPr>
        <p:spPr>
          <a:xfrm rot="16200000">
            <a:off x="8954879" y="136318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71" name="Divider">
            <a:extLst>
              <a:ext uri="{FF2B5EF4-FFF2-40B4-BE49-F238E27FC236}">
                <a16:creationId xmlns:a16="http://schemas.microsoft.com/office/drawing/2014/main" id="{FED52DD1-B2D5-B9ED-7FD5-4B7DBF3C45E7}"/>
              </a:ext>
            </a:extLst>
          </p:cNvPr>
          <p:cNvSpPr>
            <a:spLocks noGrp="1"/>
          </p:cNvSpPr>
          <p:nvPr>
            <p:ph type="media" sz="quarter" idx="35"/>
          </p:nvPr>
        </p:nvSpPr>
        <p:spPr>
          <a:xfrm rot="16200000">
            <a:off x="8954879" y="1307073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72" name="Divider">
            <a:extLst>
              <a:ext uri="{FF2B5EF4-FFF2-40B4-BE49-F238E27FC236}">
                <a16:creationId xmlns:a16="http://schemas.microsoft.com/office/drawing/2014/main" id="{16B8E45C-A779-9573-62CB-293C315D0100}"/>
              </a:ext>
            </a:extLst>
          </p:cNvPr>
          <p:cNvSpPr>
            <a:spLocks noGrp="1"/>
          </p:cNvSpPr>
          <p:nvPr>
            <p:ph type="media" sz="quarter" idx="36"/>
          </p:nvPr>
        </p:nvSpPr>
        <p:spPr>
          <a:xfrm rot="16200000">
            <a:off x="8954879" y="2492699"/>
            <a:ext cx="9144" cy="50292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73" name="Topic Placeholder 7">
            <a:extLst>
              <a:ext uri="{FF2B5EF4-FFF2-40B4-BE49-F238E27FC236}">
                <a16:creationId xmlns:a16="http://schemas.microsoft.com/office/drawing/2014/main" id="{634F80BE-8783-FF22-DBE2-C91455E7F76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92780" y="4188016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74" name="Topic 7">
            <a:extLst>
              <a:ext uri="{FF2B5EF4-FFF2-40B4-BE49-F238E27FC236}">
                <a16:creationId xmlns:a16="http://schemas.microsoft.com/office/drawing/2014/main" id="{36B09706-B875-1150-BAE9-EE9BCECB6125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6381470" y="4234532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5" name="Topic Placeholder 8">
            <a:extLst>
              <a:ext uri="{FF2B5EF4-FFF2-40B4-BE49-F238E27FC236}">
                <a16:creationId xmlns:a16="http://schemas.microsoft.com/office/drawing/2014/main" id="{BF2086DA-D022-C4E7-C9CA-3B5C151F13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92780" y="5371784"/>
            <a:ext cx="4181271" cy="4572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key theme / agenda item</a:t>
            </a:r>
          </a:p>
        </p:txBody>
      </p:sp>
      <p:sp>
        <p:nvSpPr>
          <p:cNvPr id="76" name="Topic 8">
            <a:extLst>
              <a:ext uri="{FF2B5EF4-FFF2-40B4-BE49-F238E27FC236}">
                <a16:creationId xmlns:a16="http://schemas.microsoft.com/office/drawing/2014/main" id="{3DFF76BD-02D7-B76F-F523-485F98AAA462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381470" y="5417504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6BAEBC-9C61-A3E9-93B8-A38E27C52EE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E327F-F68C-03D6-0654-14FF0EE948D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E4DCC1-07A9-286B-88F3-2EB7539477E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F3C86C-01A0-3DB6-248C-7CFB69F98EC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265B93-C866-A9C6-7177-9B84F6BCB61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060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tailed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D050B53-4205-1ABF-6F3B-55A6ACF4EFFB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F57E3-4D97-1318-8174-01F1674342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5638800" cy="668866"/>
          </a:xfrm>
        </p:spPr>
        <p:txBody>
          <a:bodyPr/>
          <a:lstStyle/>
          <a:p>
            <a:r>
              <a:rPr lang="en-US" dirty="0"/>
              <a:t>Insert slide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C7485-6A42-A5CF-E24C-E2160B80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A99B-AEB3-49B6-9452-AAD1AE561592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F4873-B8F8-F7BE-5B44-BF00FF02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FB567-6192-F313-566F-32BEF16E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Agenda Time 1">
            <a:extLst>
              <a:ext uri="{FF2B5EF4-FFF2-40B4-BE49-F238E27FC236}">
                <a16:creationId xmlns:a16="http://schemas.microsoft.com/office/drawing/2014/main" id="{25523EEB-DE56-7AD5-B7BE-EAF6586306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94" y="2380724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1" name="Agenda Content 1">
            <a:extLst>
              <a:ext uri="{FF2B5EF4-FFF2-40B4-BE49-F238E27FC236}">
                <a16:creationId xmlns:a16="http://schemas.microsoft.com/office/drawing/2014/main" id="{352E534C-2BBA-6DA7-E8DB-83403A5A05D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3453787"/>
            <a:ext cx="1828800" cy="2948456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Agenda Time 2">
            <a:extLst>
              <a:ext uri="{FF2B5EF4-FFF2-40B4-BE49-F238E27FC236}">
                <a16:creationId xmlns:a16="http://schemas.microsoft.com/office/drawing/2014/main" id="{EC9D4FA4-31AD-D217-44CD-443319AE3A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19257" y="2380724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3" name="Agenda Content 2">
            <a:extLst>
              <a:ext uri="{FF2B5EF4-FFF2-40B4-BE49-F238E27FC236}">
                <a16:creationId xmlns:a16="http://schemas.microsoft.com/office/drawing/2014/main" id="{31AA5CC3-7855-774F-48AB-A4C93A462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19186" y="3453787"/>
            <a:ext cx="1828800" cy="2948456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Agenda Time 3">
            <a:extLst>
              <a:ext uri="{FF2B5EF4-FFF2-40B4-BE49-F238E27FC236}">
                <a16:creationId xmlns:a16="http://schemas.microsoft.com/office/drawing/2014/main" id="{BACB065A-3AB1-F860-8C4F-A573320B9A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1220" y="2380724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5" name="Agenda Content 3">
            <a:extLst>
              <a:ext uri="{FF2B5EF4-FFF2-40B4-BE49-F238E27FC236}">
                <a16:creationId xmlns:a16="http://schemas.microsoft.com/office/drawing/2014/main" id="{DF08108D-2F7E-3727-D7C9-FF646222C02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81172" y="3453787"/>
            <a:ext cx="1828800" cy="2948456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Agenda Time 4">
            <a:extLst>
              <a:ext uri="{FF2B5EF4-FFF2-40B4-BE49-F238E27FC236}">
                <a16:creationId xmlns:a16="http://schemas.microsoft.com/office/drawing/2014/main" id="{AD009D4F-4D2B-B140-8700-9CA52B0E8B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43183" y="2380724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7" name="Agenda Content 4">
            <a:extLst>
              <a:ext uri="{FF2B5EF4-FFF2-40B4-BE49-F238E27FC236}">
                <a16:creationId xmlns:a16="http://schemas.microsoft.com/office/drawing/2014/main" id="{008567FB-4D47-BD16-CF22-95405C2C3B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43158" y="3453787"/>
            <a:ext cx="1828800" cy="2948456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Agenda Time 5">
            <a:extLst>
              <a:ext uri="{FF2B5EF4-FFF2-40B4-BE49-F238E27FC236}">
                <a16:creationId xmlns:a16="http://schemas.microsoft.com/office/drawing/2014/main" id="{FCB708DF-2BFA-4363-EE9B-7E582395F70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146" y="2380724"/>
            <a:ext cx="1828800" cy="166199"/>
          </a:xfr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00:00-00:00 p.m.</a:t>
            </a:r>
          </a:p>
        </p:txBody>
      </p:sp>
      <p:sp>
        <p:nvSpPr>
          <p:cNvPr id="19" name="Agenda Content 5">
            <a:extLst>
              <a:ext uri="{FF2B5EF4-FFF2-40B4-BE49-F238E27FC236}">
                <a16:creationId xmlns:a16="http://schemas.microsoft.com/office/drawing/2014/main" id="{DF82604F-2C74-3A29-B9D8-0447F18A9A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05146" y="3453787"/>
            <a:ext cx="1828800" cy="2948456"/>
          </a:xfr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text, remove bullet / bold if needed, use Enter + Tab to insert Second Level bullet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Agenda Title 1">
            <a:extLst>
              <a:ext uri="{FF2B5EF4-FFF2-40B4-BE49-F238E27FC236}">
                <a16:creationId xmlns:a16="http://schemas.microsoft.com/office/drawing/2014/main" id="{3FE3D8CC-3CE2-0C56-EA7F-6A70C8777A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630691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1" name="Agenda Title 2">
            <a:extLst>
              <a:ext uri="{FF2B5EF4-FFF2-40B4-BE49-F238E27FC236}">
                <a16:creationId xmlns:a16="http://schemas.microsoft.com/office/drawing/2014/main" id="{183351E6-56AB-83C8-2998-C8A7F61825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19257" y="2630691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2" name="Agenda Title 3">
            <a:extLst>
              <a:ext uri="{FF2B5EF4-FFF2-40B4-BE49-F238E27FC236}">
                <a16:creationId xmlns:a16="http://schemas.microsoft.com/office/drawing/2014/main" id="{2FCA556C-EF6C-4F11-EE78-48C87E5DC6E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81220" y="2630691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3" name="Agenda Title 4">
            <a:extLst>
              <a:ext uri="{FF2B5EF4-FFF2-40B4-BE49-F238E27FC236}">
                <a16:creationId xmlns:a16="http://schemas.microsoft.com/office/drawing/2014/main" id="{CBCD343B-2261-B6D9-B898-0277F9F172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43183" y="2630691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4" name="Agenda Title 5">
            <a:extLst>
              <a:ext uri="{FF2B5EF4-FFF2-40B4-BE49-F238E27FC236}">
                <a16:creationId xmlns:a16="http://schemas.microsoft.com/office/drawing/2014/main" id="{4882FF6B-44B4-AE88-7E54-C91AFE67EEC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5146" y="2630691"/>
            <a:ext cx="1828800" cy="612540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Agenda title</a:t>
            </a:r>
          </a:p>
        </p:txBody>
      </p:sp>
      <p:sp>
        <p:nvSpPr>
          <p:cNvPr id="25" name="Agenda #1">
            <a:extLst>
              <a:ext uri="{FF2B5EF4-FFF2-40B4-BE49-F238E27FC236}">
                <a16:creationId xmlns:a16="http://schemas.microsoft.com/office/drawing/2014/main" id="{B97C9A1D-8D6E-6B16-2321-162804C854D3}"/>
              </a:ext>
            </a:extLst>
          </p:cNvPr>
          <p:cNvSpPr>
            <a:spLocks noGrp="1" noChangeAspect="1"/>
          </p:cNvSpPr>
          <p:nvPr>
            <p:ph type="body" sz="quarter" idx="47" hasCustomPrompt="1"/>
          </p:nvPr>
        </p:nvSpPr>
        <p:spPr>
          <a:xfrm>
            <a:off x="457200" y="18174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Agenda #2">
            <a:extLst>
              <a:ext uri="{FF2B5EF4-FFF2-40B4-BE49-F238E27FC236}">
                <a16:creationId xmlns:a16="http://schemas.microsoft.com/office/drawing/2014/main" id="{D88FD557-D87A-C347-BC4E-7086C3C392E2}"/>
              </a:ext>
            </a:extLst>
          </p:cNvPr>
          <p:cNvSpPr>
            <a:spLocks noGrp="1" noChangeAspect="1"/>
          </p:cNvSpPr>
          <p:nvPr>
            <p:ph type="body" sz="quarter" idx="48" hasCustomPrompt="1"/>
          </p:nvPr>
        </p:nvSpPr>
        <p:spPr>
          <a:xfrm>
            <a:off x="2819257" y="18174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7" name="Agenda #3">
            <a:extLst>
              <a:ext uri="{FF2B5EF4-FFF2-40B4-BE49-F238E27FC236}">
                <a16:creationId xmlns:a16="http://schemas.microsoft.com/office/drawing/2014/main" id="{0E7DF323-2017-40E4-91CE-24FADE5955DA}"/>
              </a:ext>
            </a:extLst>
          </p:cNvPr>
          <p:cNvSpPr>
            <a:spLocks noGrp="1" noChangeAspect="1"/>
          </p:cNvSpPr>
          <p:nvPr>
            <p:ph type="body" sz="quarter" idx="49" hasCustomPrompt="1"/>
          </p:nvPr>
        </p:nvSpPr>
        <p:spPr>
          <a:xfrm>
            <a:off x="5181220" y="18174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Agenda #4">
            <a:extLst>
              <a:ext uri="{FF2B5EF4-FFF2-40B4-BE49-F238E27FC236}">
                <a16:creationId xmlns:a16="http://schemas.microsoft.com/office/drawing/2014/main" id="{D4DE753C-8656-BD4A-90EC-3B12591969C0}"/>
              </a:ext>
            </a:extLst>
          </p:cNvPr>
          <p:cNvSpPr>
            <a:spLocks noGrp="1" noChangeAspect="1"/>
          </p:cNvSpPr>
          <p:nvPr>
            <p:ph type="body" sz="quarter" idx="50" hasCustomPrompt="1"/>
          </p:nvPr>
        </p:nvSpPr>
        <p:spPr>
          <a:xfrm>
            <a:off x="7543183" y="18174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Agenda #5">
            <a:extLst>
              <a:ext uri="{FF2B5EF4-FFF2-40B4-BE49-F238E27FC236}">
                <a16:creationId xmlns:a16="http://schemas.microsoft.com/office/drawing/2014/main" id="{F626AD14-82C9-B8DD-B896-12F92D0E4DD2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>
          <a:xfrm>
            <a:off x="9905146" y="1817489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9E4636A1-3765-41EA-823F-D9E20218F045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2548021" y="1817489"/>
            <a:ext cx="9144" cy="45720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2E7F5DB4-5727-2422-464C-85469BF9CCBB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4910007" y="1817489"/>
            <a:ext cx="9144" cy="45720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4DFC5059-EFF4-5836-2F58-50530B00C4F7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7271993" y="1817489"/>
            <a:ext cx="9144" cy="45720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31" name="Divider">
            <a:extLst>
              <a:ext uri="{FF2B5EF4-FFF2-40B4-BE49-F238E27FC236}">
                <a16:creationId xmlns:a16="http://schemas.microsoft.com/office/drawing/2014/main" id="{8823A940-5528-D141-7CC8-665BA0338E29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9633979" y="1817489"/>
            <a:ext cx="9144" cy="4572000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>
            <a:lvl1pPr marL="0" indent="0">
              <a:buNone/>
              <a:defRPr sz="100" b="0"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33" name="Speaker Name Placeholder">
            <a:extLst>
              <a:ext uri="{FF2B5EF4-FFF2-40B4-BE49-F238E27FC236}">
                <a16:creationId xmlns:a16="http://schemas.microsoft.com/office/drawing/2014/main" id="{307FE0C1-0A7C-15F8-32A8-12C4D7C845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8986" y="455757"/>
            <a:ext cx="5394960" cy="215444"/>
          </a:xfr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Insert Speaker Name</a:t>
            </a:r>
          </a:p>
        </p:txBody>
      </p:sp>
      <p:sp>
        <p:nvSpPr>
          <p:cNvPr id="34" name="Speaker Title Placeholder">
            <a:extLst>
              <a:ext uri="{FF2B5EF4-FFF2-40B4-BE49-F238E27FC236}">
                <a16:creationId xmlns:a16="http://schemas.microsoft.com/office/drawing/2014/main" id="{597A490C-F9A7-C0F9-1353-602644B4919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38987" y="747857"/>
            <a:ext cx="5394960" cy="215444"/>
          </a:xfrm>
        </p:spPr>
        <p:txBody>
          <a:bodyPr/>
          <a:lstStyle>
            <a:lvl1pPr marL="0" indent="0" algn="r">
              <a:buNone/>
              <a:defRPr b="0">
                <a:solidFill>
                  <a:schemeClr val="bg2"/>
                </a:solidFill>
              </a:defRPr>
            </a:lvl1pPr>
            <a:lvl2pPr marL="0" indent="0" algn="r">
              <a:buNone/>
              <a:defRPr/>
            </a:lvl2pPr>
            <a:lvl3pPr marL="0" indent="0" algn="r">
              <a:buNone/>
              <a:defRPr/>
            </a:lvl3pPr>
            <a:lvl4pPr marL="0" indent="0" algn="r">
              <a:buNone/>
              <a:defRPr/>
            </a:lvl4pPr>
            <a:lvl5pPr marL="0" indent="0" algn="r">
              <a:buNone/>
              <a:defRPr/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dirty="0"/>
              <a:t>Insert Speaker Title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0F03F7-3B46-5D4E-0165-4E376FDF2A4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883D514-D573-70DC-499E-71C368146C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74C67EE-29E0-DAF6-D5AD-7024F21912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94BF2A6-5756-3E82-9A54-7B46684903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C959D1A-DE9F-6121-0CCE-F7E6DF42ED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4B68A6-A592-B533-4183-ABC21F38F1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1BFD69-EAED-44C5-299B-848E82DE20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09C52AE-0CEE-6A0D-B79C-304218B328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B15B50D-9A2A-4729-44F6-461D9F4B9F43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C769DE2-94F9-9DED-3BC8-D9D00ECEE8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903E9C1-C3C4-62F6-0F26-F0354018D4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F84E9A7-BA49-676C-D12D-9A4404176E9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48F39DC-D986-67D6-D703-A9BEFFC2E5F0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A8A833B-F422-9BE9-5462-EE001FC45E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86A1522-7B93-4877-C844-18417F0B50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C41C8BD-9F25-DF51-B2B1-41B29546A1A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32EDD133-CCAF-4659-54AE-E8DB9347E5D8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6" name="MIO_LOGOPLACEHOLDER#SMALL_LIGHT" hidden="1">
            <a:extLst>
              <a:ext uri="{FF2B5EF4-FFF2-40B4-BE49-F238E27FC236}">
                <a16:creationId xmlns:a16="http://schemas.microsoft.com/office/drawing/2014/main" id="{470F03B0-A9CB-14EA-E80F-6FFC80A01E21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7" name="Masterfield: Proprietary &amp; Confidential Option" hidden="1">
            <a:extLst>
              <a:ext uri="{FF2B5EF4-FFF2-40B4-BE49-F238E27FC236}">
                <a16:creationId xmlns:a16="http://schemas.microsoft.com/office/drawing/2014/main" id="{E7AD5017-EB69-C755-19C5-36E5EE26280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5" name="Masterfield: Custom legal disclaimer field" hidden="1">
            <a:extLst>
              <a:ext uri="{FF2B5EF4-FFF2-40B4-BE49-F238E27FC236}">
                <a16:creationId xmlns:a16="http://schemas.microsoft.com/office/drawing/2014/main" id="{F8CB616A-8B35-C171-4475-627855C1D55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2FDA04-D02C-2F5A-F497-102EA85B60C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687F12B-2B8F-4E6D-C73B-22A0E46A2C2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001FCB3-FD18-2CF2-C9AB-33B1B5D92AA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508296-3FEA-E82B-2177-81F0CFF5E51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7C08A1-73EE-874D-69DE-4F350CCB720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685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~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bg1"/>
                </a:solidFill>
              </a:rPr>
              <a:t>Cover  Section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B87BB-A12D-80AF-2B04-357DFAA58B18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5D1B0-9157-1F6F-5A80-0CB6953AA4D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33600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13CCF3-A035-AD97-0E2F-AEAF5A9A027F}"/>
              </a:ext>
            </a:extLst>
          </p:cNvPr>
          <p:cNvSpPr/>
          <p:nvPr userDrawn="1"/>
        </p:nvSpPr>
        <p:spPr>
          <a:xfrm flipV="1">
            <a:off x="0" y="5565821"/>
            <a:ext cx="12191446" cy="1292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19EA1-4EEC-2CE2-4133-E7FD66B8A1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355" y="785956"/>
            <a:ext cx="11260535" cy="1759906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cover headline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79F838BE-A928-CCA3-30A8-600CB1ABD9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355" y="2641611"/>
            <a:ext cx="11260535" cy="975226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6129F-A694-E0C3-2482-533A8F06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944C-C29C-43E9-B13F-228B048D12E5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209E6-828D-56C9-EC1A-A7D2FC14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1A602-5BD4-198E-CFF8-34EEAC24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7" name="Date of Presentation">
            <a:extLst>
              <a:ext uri="{FF2B5EF4-FFF2-40B4-BE49-F238E27FC236}">
                <a16:creationId xmlns:a16="http://schemas.microsoft.com/office/drawing/2014/main" id="{7E5CC374-D9DC-3F59-C021-D4F340104E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355" y="6442896"/>
            <a:ext cx="8229600" cy="153888"/>
          </a:xfrm>
        </p:spPr>
        <p:txBody>
          <a:bodyPr/>
          <a:lstStyle>
            <a:lvl1pPr marL="0" indent="0">
              <a:buNone/>
              <a:defRPr sz="1000" b="0">
                <a:solidFill>
                  <a:schemeClr val="accent3"/>
                </a:solidFill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2" name="Name of Presenter">
            <a:extLst>
              <a:ext uri="{FF2B5EF4-FFF2-40B4-BE49-F238E27FC236}">
                <a16:creationId xmlns:a16="http://schemas.microsoft.com/office/drawing/2014/main" id="{BDAD0A07-D1B4-8158-94A6-9AFE7F6554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355" y="6056788"/>
            <a:ext cx="8229600" cy="246221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24DC56-927A-E186-702A-AD148111A150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1B43F2-4118-00A7-4D8A-8C5C693C4282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54E39-1C55-7656-E724-C26301A889D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60CC465-F4A2-0A9F-0A10-C4F858EA7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17E86-B9C7-29FB-8881-3C0B32B696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4A060B8-E807-83FE-52BE-941F2BA33D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C344AA4-E74C-9123-0BAF-64E36C3050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9BBEB12-C724-3429-83C2-D9988466DA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C66DF00-0DD9-19CD-5B9B-B03C570C70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F993CB-74D0-2F89-3AF5-8BA88FCABB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79AE1C8-2B1A-65A7-3252-1EE959154606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4B868EC-114B-A6C5-2F05-346F273E66D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42962C4-8BBE-BB4B-EF9F-1925A6799F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A9B7121-D2F8-40CB-11A6-5BB533BBA8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17D881F-AAF3-8787-75DB-D595EA6AD74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C8F6F25-A7BA-9E9D-C318-ECD46A90D8C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35B6E68-0E42-1FF3-0E56-C74D061DA1C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96CB16D-D2E6-2CE8-E6C8-9903A60661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935E5561-E96C-F6AB-BAE4-E480519F0EBF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8" name="MIO_LOGOPLACEHOLDER#LARGE" hidden="1">
            <a:extLst>
              <a:ext uri="{FF2B5EF4-FFF2-40B4-BE49-F238E27FC236}">
                <a16:creationId xmlns:a16="http://schemas.microsoft.com/office/drawing/2014/main" id="{F73A40C3-9508-4021-6724-D8CA7619D300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2" name="Masterfield: Proprietary &amp; Confidential Option" hidden="1">
            <a:extLst>
              <a:ext uri="{FF2B5EF4-FFF2-40B4-BE49-F238E27FC236}">
                <a16:creationId xmlns:a16="http://schemas.microsoft.com/office/drawing/2014/main" id="{38E3937C-7C19-448F-BFF7-DD4D19CFDF8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9" name="Masterfield: Custom legal disclaimer field" hidden="1">
            <a:extLst>
              <a:ext uri="{FF2B5EF4-FFF2-40B4-BE49-F238E27FC236}">
                <a16:creationId xmlns:a16="http://schemas.microsoft.com/office/drawing/2014/main" id="{23261E40-A9E1-F7F4-741B-BFD75A2525C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79C7F8-ACF6-937E-2F00-7C386F7647F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F4611B-0C65-863E-D31D-2A217260D42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97836F-806A-9B36-D350-9449081E63A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AA97A9-9C67-B31B-5A70-1FD0CB14B3D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DDC4F6-18AE-295F-1D1D-2CD1A3F92FA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24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13CCF3-A035-AD97-0E2F-AEAF5A9A027F}"/>
              </a:ext>
            </a:extLst>
          </p:cNvPr>
          <p:cNvSpPr/>
          <p:nvPr userDrawn="1"/>
        </p:nvSpPr>
        <p:spPr>
          <a:xfrm flipV="1">
            <a:off x="0" y="5565821"/>
            <a:ext cx="12191446" cy="1292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19EA1-4EEC-2CE2-4133-E7FD66B8A1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355" y="785956"/>
            <a:ext cx="11260535" cy="1759906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cover headline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79F838BE-A928-CCA3-30A8-600CB1ABD9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355" y="2641611"/>
            <a:ext cx="11260535" cy="975226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6129F-A694-E0C3-2482-533A8F06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944C-C29C-43E9-B13F-228B048D12E5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209E6-828D-56C9-EC1A-A7D2FC14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1A602-5BD4-198E-CFF8-34EEAC24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7" name="Date of Presentation">
            <a:extLst>
              <a:ext uri="{FF2B5EF4-FFF2-40B4-BE49-F238E27FC236}">
                <a16:creationId xmlns:a16="http://schemas.microsoft.com/office/drawing/2014/main" id="{7E5CC374-D9DC-3F59-C021-D4F340104E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355" y="6442896"/>
            <a:ext cx="8229600" cy="153888"/>
          </a:xfrm>
        </p:spPr>
        <p:txBody>
          <a:bodyPr/>
          <a:lstStyle>
            <a:lvl1pPr marL="0" indent="0">
              <a:buNone/>
              <a:defRPr sz="1000" b="0">
                <a:solidFill>
                  <a:schemeClr val="accent3"/>
                </a:solidFill>
                <a:latin typeface="+mn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2" name="Name of Presenter">
            <a:extLst>
              <a:ext uri="{FF2B5EF4-FFF2-40B4-BE49-F238E27FC236}">
                <a16:creationId xmlns:a16="http://schemas.microsoft.com/office/drawing/2014/main" id="{BDAD0A07-D1B4-8158-94A6-9AFE7F6554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355" y="6056788"/>
            <a:ext cx="8229600" cy="246221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24DC56-927A-E186-702A-AD148111A150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1B43F2-4118-00A7-4D8A-8C5C693C4282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54E39-1C55-7656-E724-C26301A889D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60CC465-F4A2-0A9F-0A10-C4F858EA7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17E86-B9C7-29FB-8881-3C0B32B696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4A060B8-E807-83FE-52BE-941F2BA33D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C344AA4-E74C-9123-0BAF-64E36C3050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9BBEB12-C724-3429-83C2-D9988466DA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C66DF00-0DD9-19CD-5B9B-B03C570C70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F993CB-74D0-2F89-3AF5-8BA88FCABB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79AE1C8-2B1A-65A7-3252-1EE959154606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4B868EC-114B-A6C5-2F05-346F273E66D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42962C4-8BBE-BB4B-EF9F-1925A6799F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A9B7121-D2F8-40CB-11A6-5BB533BBA8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17D881F-AAF3-8787-75DB-D595EA6AD74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C8F6F25-A7BA-9E9D-C318-ECD46A90D8C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35B6E68-0E42-1FF3-0E56-C74D061DA1C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96CB16D-D2E6-2CE8-E6C8-9903A60661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935E5561-E96C-F6AB-BAE4-E480519F0EBF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8" name="MIO_LOGOPLACEHOLDER#LARGE" hidden="1">
            <a:extLst>
              <a:ext uri="{FF2B5EF4-FFF2-40B4-BE49-F238E27FC236}">
                <a16:creationId xmlns:a16="http://schemas.microsoft.com/office/drawing/2014/main" id="{F73A40C3-9508-4021-6724-D8CA7619D300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2" name="Masterfield: Proprietary &amp; Confidential Option" hidden="1">
            <a:extLst>
              <a:ext uri="{FF2B5EF4-FFF2-40B4-BE49-F238E27FC236}">
                <a16:creationId xmlns:a16="http://schemas.microsoft.com/office/drawing/2014/main" id="{38E3937C-7C19-448F-BFF7-DD4D19CFDF8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9" name="Masterfield: Custom legal disclaimer field" hidden="1">
            <a:extLst>
              <a:ext uri="{FF2B5EF4-FFF2-40B4-BE49-F238E27FC236}">
                <a16:creationId xmlns:a16="http://schemas.microsoft.com/office/drawing/2014/main" id="{23261E40-A9E1-F7F4-741B-BFD75A2525C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E087E0-3747-DEF2-61B7-9BAB8CC3AD2E}"/>
              </a:ext>
            </a:extLst>
          </p:cNvPr>
          <p:cNvGrpSpPr/>
          <p:nvPr userDrawn="1"/>
        </p:nvGrpSpPr>
        <p:grpSpPr>
          <a:xfrm>
            <a:off x="12303822" y="0"/>
            <a:ext cx="2040828" cy="2775568"/>
            <a:chOff x="12303822" y="3625233"/>
            <a:chExt cx="2040828" cy="277556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1C69CE-2F69-DD09-5417-ABE6094D053A}"/>
                </a:ext>
              </a:extLst>
            </p:cNvPr>
            <p:cNvSpPr/>
            <p:nvPr userDrawn="1"/>
          </p:nvSpPr>
          <p:spPr>
            <a:xfrm>
              <a:off x="12303822" y="3625233"/>
              <a:ext cx="2040828" cy="2775568"/>
            </a:xfrm>
            <a:prstGeom prst="rect">
              <a:avLst/>
            </a:prstGeom>
            <a:solidFill>
              <a:srgbClr val="DB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tlCol="0" anchor="t"/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COLORED BACKGROUND</a:t>
              </a:r>
            </a:p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To change the background a different color, right-click outside the slide, and choose </a:t>
              </a:r>
              <a:r>
                <a:rPr lang="en-US" sz="1000" b="1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FORMAT BACKGRUND</a:t>
              </a:r>
              <a:r>
                <a:rPr lang="en-US" sz="1000" dirty="0">
                  <a:solidFill>
                    <a:srgbClr val="0C2738"/>
                  </a:solidFill>
                  <a:latin typeface="Arial Nova" panose="020B0504020202020204" pitchFamily="34" charset="0"/>
                </a:rPr>
                <a:t> and change background color. </a:t>
              </a: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  <a:latin typeface="Arial Nova" panose="020B0504020202020204" pitchFamily="34" charset="0"/>
              </a:endParaRPr>
            </a:p>
            <a:p>
              <a:pPr algn="l"/>
              <a:endParaRPr lang="en-US" sz="1000" b="1" dirty="0">
                <a:solidFill>
                  <a:schemeClr val="tx2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5CF8F22-78BB-EC28-A047-EB85FA5669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398758" y="4701833"/>
              <a:ext cx="1281312" cy="1435756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0A0B5F3-DFD4-B669-E4DB-4759E2019F1D}"/>
                </a:ext>
              </a:extLst>
            </p:cNvPr>
            <p:cNvSpPr/>
            <p:nvPr userDrawn="1"/>
          </p:nvSpPr>
          <p:spPr>
            <a:xfrm>
              <a:off x="12398758" y="5738079"/>
              <a:ext cx="1281312" cy="26851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300"/>
                </a:spcAft>
              </a:pPr>
              <a:endPara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9A6FCF-B518-CC15-9072-AF4B254044F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7DED9A8-AC33-FCA7-605F-C7ADAA97168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CDD183-0CF5-0786-18D4-788EE50EFA3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AA39ADE-5CCD-FC11-1D1A-98F29EE3D88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7AB91F-FA12-CF25-B14E-CB463ADAD0A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85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A8C97FC-3AAD-79C9-7AA1-AB1D34BB0E29}"/>
              </a:ext>
            </a:extLst>
          </p:cNvPr>
          <p:cNvSpPr/>
          <p:nvPr userDrawn="1"/>
        </p:nvSpPr>
        <p:spPr>
          <a:xfrm>
            <a:off x="0" y="4699549"/>
            <a:ext cx="12191446" cy="215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3884A8FF-E782-31E0-8469-582B8622A4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0673" y="6057637"/>
            <a:ext cx="8229599" cy="246221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sp>
        <p:nvSpPr>
          <p:cNvPr id="9" name="Text Placeholder Date">
            <a:extLst>
              <a:ext uri="{FF2B5EF4-FFF2-40B4-BE49-F238E27FC236}">
                <a16:creationId xmlns:a16="http://schemas.microsoft.com/office/drawing/2014/main" id="{D26FAEA3-0045-B751-90F7-A2FFAADE22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0672" y="6445617"/>
            <a:ext cx="8229600" cy="153888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16F76F-7263-A043-20AD-4AAA3482418B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885149D0-6CA8-0606-7C36-14698EB2A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672" y="4844377"/>
            <a:ext cx="8229600" cy="1124483"/>
          </a:xfrm>
        </p:spPr>
        <p:txBody>
          <a:bodyPr anchor="b"/>
          <a:lstStyle>
            <a:lvl1pPr>
              <a:spcBef>
                <a:spcPts val="300"/>
              </a:spcBef>
              <a:spcAft>
                <a:spcPts val="300"/>
              </a:spcAft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header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0D4E66-463A-C09C-0BAF-53FF4849EB57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36DE754-17DB-2B8D-85D5-F913CBFD5F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21CA4F-0CA4-BC82-F9C9-DBD765657C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242A55-1811-F74D-65E3-586F06D67C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467DEC-57AF-28B7-21CE-9958C67F3B6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B289C7E-4B55-D78D-E173-31590ECC3A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B745B8-DF83-29F9-1223-5712065789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F6FF60-6615-E02D-3FC0-941FFAA6FD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C886A9B-42C2-6A02-4B12-C66DA0FD9472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9E02417-95F2-6108-1DCC-3D2ED3645B0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47CF761-48B4-E98D-C478-3BE0C5359FD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8D1B81B-397E-3A57-9B18-CC64EDCF0D5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7BF4AD-D01A-5D13-1EE6-60909F3A4858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4A25523-C8E0-C8F1-FD01-FB0E5BCC05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CE1A456-5BC9-7D85-1119-B50FF8D1590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38423C6-FC30-B5ED-016D-6961AB032A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920294A-4825-C228-B03B-3A45EFA7CE96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D7B06-6919-A10D-CEC5-C86EFE580B4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 dirty="0"/>
          </a:p>
        </p:txBody>
      </p:sp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69AF8F31-6E37-5522-4317-57A10244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3EB1537-D7E9-DA70-CA84-7AE907CB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4" name="MIO_LOGOPLACEHOLDER#LARGE" hidden="1">
            <a:extLst>
              <a:ext uri="{FF2B5EF4-FFF2-40B4-BE49-F238E27FC236}">
                <a16:creationId xmlns:a16="http://schemas.microsoft.com/office/drawing/2014/main" id="{30EBBC0F-6007-FF2A-41B5-9025AD82BB4A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6" name="Masterfield: Proprietary &amp; Confidential Option" hidden="1">
            <a:extLst>
              <a:ext uri="{FF2B5EF4-FFF2-40B4-BE49-F238E27FC236}">
                <a16:creationId xmlns:a16="http://schemas.microsoft.com/office/drawing/2014/main" id="{DBAFEAC9-2E19-6289-4345-30D4EB74DDF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Masterfield: Custom legal disclaimer field" hidden="1">
            <a:extLst>
              <a:ext uri="{FF2B5EF4-FFF2-40B4-BE49-F238E27FC236}">
                <a16:creationId xmlns:a16="http://schemas.microsoft.com/office/drawing/2014/main" id="{80F9470E-5CE5-B2E1-097D-56AACDFA241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D4B0368F-FE44-4C1B-A051-B315DBA416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12192000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MIO_Placeholder_Mapping" hidden="1">
            <a:extLst>
              <a:ext uri="{FF2B5EF4-FFF2-40B4-BE49-F238E27FC236}">
                <a16:creationId xmlns:a16="http://schemas.microsoft.com/office/drawing/2014/main" id="{68F24C54-236D-B735-BCB3-A1BFD498972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dirty="0" err="1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A89197-1F66-55D5-51D7-2E1AAE185A6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354BB8-7E74-BE2D-4018-8D3EF68FAF7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35A6E9-0F98-3E51-95A8-ED822D09B92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336AE47-FFC7-DC0B-5CDD-813CF74D94A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BDDDB6-3226-0DC6-ACE0-3F9BCF9FC8B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25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pos="7392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B0DE83-00EB-7CDD-9609-F53249C1E47A}"/>
              </a:ext>
            </a:extLst>
          </p:cNvPr>
          <p:cNvSpPr/>
          <p:nvPr userDrawn="1"/>
        </p:nvSpPr>
        <p:spPr>
          <a:xfrm>
            <a:off x="0" y="4699549"/>
            <a:ext cx="12191446" cy="215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21" name="MIO_CONVERT_SLIDES_SUBTITLE">
            <a:extLst>
              <a:ext uri="{FF2B5EF4-FFF2-40B4-BE49-F238E27FC236}">
                <a16:creationId xmlns:a16="http://schemas.microsoft.com/office/drawing/2014/main" id="{736791F6-4E53-18F9-647F-94EB7D6456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319" y="6057637"/>
            <a:ext cx="8229599" cy="246221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sp>
        <p:nvSpPr>
          <p:cNvPr id="22" name="Text Placeholder Date">
            <a:extLst>
              <a:ext uri="{FF2B5EF4-FFF2-40B4-BE49-F238E27FC236}">
                <a16:creationId xmlns:a16="http://schemas.microsoft.com/office/drawing/2014/main" id="{5B7218F7-860A-8DCD-65DA-98B9571D91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1318" y="6445617"/>
            <a:ext cx="8229600" cy="153888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Insert Date</a:t>
            </a:r>
          </a:p>
        </p:txBody>
      </p:sp>
      <p:sp>
        <p:nvSpPr>
          <p:cNvPr id="23" name="Title 14">
            <a:extLst>
              <a:ext uri="{FF2B5EF4-FFF2-40B4-BE49-F238E27FC236}">
                <a16:creationId xmlns:a16="http://schemas.microsoft.com/office/drawing/2014/main" id="{12501438-17BD-14C6-1C78-E7698B1D9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18" y="4844377"/>
            <a:ext cx="8229600" cy="1124483"/>
          </a:xfrm>
        </p:spPr>
        <p:txBody>
          <a:bodyPr anchor="b"/>
          <a:lstStyle>
            <a:lvl1pPr>
              <a:spcBef>
                <a:spcPts val="300"/>
              </a:spcBef>
              <a:spcAft>
                <a:spcPts val="300"/>
              </a:spcAft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header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952460-3C10-2B97-DE5D-7AD0BF85E6C0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81DBF5-5A3E-A20F-C029-58994A97A7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462DD33-EF24-9E7D-A2BC-2C12A5275C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21F15B-5FA3-A7B3-C657-9D16C8007F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4C3E0A-1E73-FC37-2C7F-860436EE98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FEF6C9-409B-B8EF-4624-065F43690B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0CCD79-805E-8AD5-F931-6C961BC81A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623BDE-A3FA-A385-8A73-DDA043AB86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5D451FB-39AF-54D7-389E-E93B677E8370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6DFD07B-C6DF-AA27-D888-BF177EF114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23E96F4-729D-9FA0-2B3E-E7D117AE199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08B5F39-BB10-A7A6-5220-6927D77BC8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8E04B1D-DC1E-AF14-37D7-E859381E98BE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AB9D351-2437-D649-4134-E6BCD79AFA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9A4A348-D6B0-2E68-DC22-0453452E115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DBF012F-54E4-C780-C126-370A653601A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C820BB9-3D78-A823-78A5-BA18235B4D3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8D0E7-E36F-6A83-F017-A3BD686CA75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76CE9A5-39F3-D071-20ED-6889A155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25D830F-91A9-AC5D-B4DB-3F2A8918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3" name="MIO_LOGOPLACEHOLDER#LARGE" hidden="1">
            <a:extLst>
              <a:ext uri="{FF2B5EF4-FFF2-40B4-BE49-F238E27FC236}">
                <a16:creationId xmlns:a16="http://schemas.microsoft.com/office/drawing/2014/main" id="{BA9C5C7D-3570-6C57-BB4A-631855725114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4" name="Masterfield: Proprietary &amp; Confidential Option" hidden="1">
            <a:extLst>
              <a:ext uri="{FF2B5EF4-FFF2-40B4-BE49-F238E27FC236}">
                <a16:creationId xmlns:a16="http://schemas.microsoft.com/office/drawing/2014/main" id="{1E2BB74B-6B0B-4EEB-9055-6F65505F35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5" name="Masterfield: Custom legal disclaimer field" hidden="1">
            <a:extLst>
              <a:ext uri="{FF2B5EF4-FFF2-40B4-BE49-F238E27FC236}">
                <a16:creationId xmlns:a16="http://schemas.microsoft.com/office/drawing/2014/main" id="{5994C5EC-0547-AB01-6A34-62FA60C8E78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6" name="Picture Placeholder Left">
            <a:extLst>
              <a:ext uri="{FF2B5EF4-FFF2-40B4-BE49-F238E27FC236}">
                <a16:creationId xmlns:a16="http://schemas.microsoft.com/office/drawing/2014/main" id="{7FC2EA76-0BE5-6F0B-F58D-0B5065D1F42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6096000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Right">
            <a:extLst>
              <a:ext uri="{FF2B5EF4-FFF2-40B4-BE49-F238E27FC236}">
                <a16:creationId xmlns:a16="http://schemas.microsoft.com/office/drawing/2014/main" id="{2ECD75D0-B67B-946C-6D8B-CF5AA84FE30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87245" y="-1"/>
            <a:ext cx="6096000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B76E9F-22AB-042E-294B-585AFD68A0C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06A82F-8236-46BD-2275-C022D96F589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6896BA-2A29-E1A6-FC91-71E24848A04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B7F28E8-D83A-0D5B-EC2E-627496CCBE8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2F555F-0BE2-1D1E-E032-8D15C9C1E0E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pos="7392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A8BEBB-034C-DD7C-77FD-A3372650B8E8}"/>
              </a:ext>
            </a:extLst>
          </p:cNvPr>
          <p:cNvSpPr/>
          <p:nvPr userDrawn="1"/>
        </p:nvSpPr>
        <p:spPr>
          <a:xfrm>
            <a:off x="0" y="4699549"/>
            <a:ext cx="12191446" cy="215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CD037A-FA1C-E81E-ECF3-3D5B29CAE9DF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IO_CONVERT_SLIDES_SUBTITLE">
            <a:extLst>
              <a:ext uri="{FF2B5EF4-FFF2-40B4-BE49-F238E27FC236}">
                <a16:creationId xmlns:a16="http://schemas.microsoft.com/office/drawing/2014/main" id="{4B30E509-07A5-0007-6A50-C60EE2207D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316" y="6057637"/>
            <a:ext cx="8229599" cy="246221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sp>
        <p:nvSpPr>
          <p:cNvPr id="20" name="Text Placeholder Date">
            <a:extLst>
              <a:ext uri="{FF2B5EF4-FFF2-40B4-BE49-F238E27FC236}">
                <a16:creationId xmlns:a16="http://schemas.microsoft.com/office/drawing/2014/main" id="{AB032744-ECA7-8224-EC1C-E66896956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1315" y="6445617"/>
            <a:ext cx="8229600" cy="153888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Insert Date</a:t>
            </a:r>
          </a:p>
        </p:txBody>
      </p:sp>
      <p:sp>
        <p:nvSpPr>
          <p:cNvPr id="21" name="Title 14">
            <a:extLst>
              <a:ext uri="{FF2B5EF4-FFF2-40B4-BE49-F238E27FC236}">
                <a16:creationId xmlns:a16="http://schemas.microsoft.com/office/drawing/2014/main" id="{E13F573C-5E11-24E8-7540-512B29531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15" y="4844377"/>
            <a:ext cx="8229600" cy="1124483"/>
          </a:xfrm>
        </p:spPr>
        <p:txBody>
          <a:bodyPr anchor="b"/>
          <a:lstStyle>
            <a:lvl1pPr>
              <a:spcBef>
                <a:spcPts val="300"/>
              </a:spcBef>
              <a:spcAft>
                <a:spcPts val="300"/>
              </a:spcAft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header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E42953-1085-1220-F95F-D603004EA8FC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3ABA708-EE26-1F18-86BF-33B7A66B51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78263C-C9FC-FF8E-BAB4-31D2F35494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4EF526-5E83-21F6-68FE-8194C7A62A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BD464A-4E1A-D356-A3E8-20F51DE2F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E82434D-F059-AC80-A45A-E9EE511D65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CFD3538-07BE-5F00-8ABC-99F98A61C5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FD894A-45BB-1366-0B3C-945052865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5D56C8B-9075-2369-A02C-F1C3657A6C1B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D351AA0-A1C0-B1F5-9BCE-8027BE9FBC9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C6E539A-604D-31C7-BD58-C3F6905BCB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F691174-8EAA-B276-7105-9B4C4509AF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5872823-DF4D-9244-DC76-C387A9B5E79F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A87F336-21BF-010E-DC1F-F7E9455609D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7381AE2-3AF7-4275-8955-D453020C635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44DD176-224F-03EF-141D-6A3E23B8398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A830053-8C83-4786-2145-4674F950A0F3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39469-B97B-7652-D1D3-07E778908EC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 dirty="0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1A96FD87-ACF2-9CB5-4257-EEDA8A15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5D7E184D-52FE-457A-A9FF-52B32EC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4" name="MIO_LOGOPLACEHOLDER#LARGE" hidden="1">
            <a:extLst>
              <a:ext uri="{FF2B5EF4-FFF2-40B4-BE49-F238E27FC236}">
                <a16:creationId xmlns:a16="http://schemas.microsoft.com/office/drawing/2014/main" id="{1469C4AB-AC4B-493B-0FE6-E92EDE3D68BC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329DEFE1-3D77-5F13-8509-3FB5A374B1F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6" name="Masterfield: Custom legal disclaimer field" hidden="1">
            <a:extLst>
              <a:ext uri="{FF2B5EF4-FFF2-40B4-BE49-F238E27FC236}">
                <a16:creationId xmlns:a16="http://schemas.microsoft.com/office/drawing/2014/main" id="{D0958DD5-FCB3-C1A9-CB72-C31F879725D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7" name="Picture Placeholder Left">
            <a:extLst>
              <a:ext uri="{FF2B5EF4-FFF2-40B4-BE49-F238E27FC236}">
                <a16:creationId xmlns:a16="http://schemas.microsoft.com/office/drawing/2014/main" id="{A38091C8-1207-BF47-BBDD-0E42D9D7F7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6096000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Right Top">
            <a:extLst>
              <a:ext uri="{FF2B5EF4-FFF2-40B4-BE49-F238E27FC236}">
                <a16:creationId xmlns:a16="http://schemas.microsoft.com/office/drawing/2014/main" id="{F7D17972-A435-F4C1-1751-9139E93610F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7245" y="-1"/>
            <a:ext cx="6096000" cy="23513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Right Bottom">
            <a:extLst>
              <a:ext uri="{FF2B5EF4-FFF2-40B4-BE49-F238E27FC236}">
                <a16:creationId xmlns:a16="http://schemas.microsoft.com/office/drawing/2014/main" id="{87073E5C-ED1D-3194-40C4-AA57307973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87245" y="2351307"/>
            <a:ext cx="6096000" cy="23513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E56D9F-87E9-75DD-26D6-E670D22D3BA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49C29F-36F3-2429-E801-E7C75D402E80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8FE152-963A-ADFC-A94F-4B256134E0A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BB26AD-89FB-C096-8901-C0F7A32E6B9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4DCBE5-553B-9C1D-0936-D936E711F34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77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pos="7392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 Images Vertic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C26857B-AC81-BB57-25A0-CD87B42D8228}"/>
              </a:ext>
            </a:extLst>
          </p:cNvPr>
          <p:cNvSpPr/>
          <p:nvPr userDrawn="1"/>
        </p:nvSpPr>
        <p:spPr>
          <a:xfrm>
            <a:off x="0" y="4699549"/>
            <a:ext cx="12191446" cy="215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A4C5863-F7DF-3CE2-1D67-93B4867363D7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IO_CONVERT_SLIDES_SUBTITLE">
            <a:extLst>
              <a:ext uri="{FF2B5EF4-FFF2-40B4-BE49-F238E27FC236}">
                <a16:creationId xmlns:a16="http://schemas.microsoft.com/office/drawing/2014/main" id="{3074FDE0-1E1B-193E-8C1C-2D831128CF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319" y="6057637"/>
            <a:ext cx="8229599" cy="246221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sp>
        <p:nvSpPr>
          <p:cNvPr id="23" name="Text Placeholder Date">
            <a:extLst>
              <a:ext uri="{FF2B5EF4-FFF2-40B4-BE49-F238E27FC236}">
                <a16:creationId xmlns:a16="http://schemas.microsoft.com/office/drawing/2014/main" id="{C83F5458-E105-E3DB-85B9-40D22CBFED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1318" y="6445617"/>
            <a:ext cx="8229600" cy="153888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Insert Date</a:t>
            </a:r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06F39F64-79B6-FE78-40B8-73B9EEA45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18" y="4844377"/>
            <a:ext cx="8229600" cy="1124483"/>
          </a:xfrm>
        </p:spPr>
        <p:txBody>
          <a:bodyPr anchor="b"/>
          <a:lstStyle>
            <a:lvl1pPr>
              <a:spcBef>
                <a:spcPts val="300"/>
              </a:spcBef>
              <a:spcAft>
                <a:spcPts val="300"/>
              </a:spcAft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header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A11593-B0EB-3113-1A9B-09327F469186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1E65E33-92A7-D187-060E-6DD2CDF360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5972D67-5E39-A04C-9777-5B54514502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618D8AC-58E1-994C-24AE-B22CDD2AFF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286526-9DCE-E2E3-701A-D9B618F4D9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7FDA73D-E879-5531-F3C2-72C69071DE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9B7254-990D-7298-10BE-5E0C8DEF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D1DFEB-B8D1-BFD8-BC62-1F59704E2E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E3C216B-E997-B28D-7D6A-D6C77D9536DD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B2F3836-ECB3-5727-7A13-5BD741E084C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98DE494-E9E8-5855-5372-DBF5CE9AE6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96C66D2-DD4D-9925-2DB8-4EA891DCA69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EB2B30-D95A-4B95-E30D-E0BA3302091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962A6B8-46AA-264E-E2C5-7F6E4AA2293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7867BC7-FFF7-BAA6-AC53-B1E6F6E471C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4ABDF0A-30CF-68DD-6758-389A7DE38B9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7109F88E-F083-4C2B-D359-73DF4377E78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219AA-F669-2DCB-F22F-BA73B82CC64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 dirty="0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27757AEB-FB76-F64A-78CE-27971706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F6CCD77D-B1CE-4509-8E19-633ADFDB4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5" name="MIO_LOGOPLACEHOLDER#LARGE" hidden="1">
            <a:extLst>
              <a:ext uri="{FF2B5EF4-FFF2-40B4-BE49-F238E27FC236}">
                <a16:creationId xmlns:a16="http://schemas.microsoft.com/office/drawing/2014/main" id="{203DEC78-2F45-D369-8530-610F877E96A3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7" name="Masterfield: Proprietary &amp; Confidential Option" hidden="1">
            <a:extLst>
              <a:ext uri="{FF2B5EF4-FFF2-40B4-BE49-F238E27FC236}">
                <a16:creationId xmlns:a16="http://schemas.microsoft.com/office/drawing/2014/main" id="{3D765288-E90E-F723-A788-52C5CC273FF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5" name="Masterfield: Custom legal disclaimer field" hidden="1">
            <a:extLst>
              <a:ext uri="{FF2B5EF4-FFF2-40B4-BE49-F238E27FC236}">
                <a16:creationId xmlns:a16="http://schemas.microsoft.com/office/drawing/2014/main" id="{384B5DAD-E695-ADC2-5450-5104E45E394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8" name="Picture Placeholder Left">
            <a:extLst>
              <a:ext uri="{FF2B5EF4-FFF2-40B4-BE49-F238E27FC236}">
                <a16:creationId xmlns:a16="http://schemas.microsoft.com/office/drawing/2014/main" id="{7C29FDE4-55CB-2282-2EFB-B6E21F0F59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4030909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Middle">
            <a:extLst>
              <a:ext uri="{FF2B5EF4-FFF2-40B4-BE49-F238E27FC236}">
                <a16:creationId xmlns:a16="http://schemas.microsoft.com/office/drawing/2014/main" id="{40C660B2-BC32-434A-01FD-CFA75A2144B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30909" y="-1"/>
            <a:ext cx="4121426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Right">
            <a:extLst>
              <a:ext uri="{FF2B5EF4-FFF2-40B4-BE49-F238E27FC236}">
                <a16:creationId xmlns:a16="http://schemas.microsoft.com/office/drawing/2014/main" id="{02D01647-30F7-5AE6-FC6B-9FEB0A7E024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2335" y="-1"/>
            <a:ext cx="4030910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E44DA4-DF64-9588-120B-DF96788A062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AE2FC6-75F6-2A12-45D2-67FD38D8983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C2F802-655E-1782-1A86-37CE87F2685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ED94A0-3A56-5075-686F-C6F7B33ACB1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084187-C140-135B-54FC-C1296700E89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89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pos="7392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9E4AD779-E99E-A64C-CB0D-FCBA2563A11B}"/>
              </a:ext>
            </a:extLst>
          </p:cNvPr>
          <p:cNvSpPr/>
          <p:nvPr userDrawn="1"/>
        </p:nvSpPr>
        <p:spPr>
          <a:xfrm>
            <a:off x="0" y="4699549"/>
            <a:ext cx="12191446" cy="215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FFC6DA-2F69-8701-4A65-28454E20F511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-196036"/>
            <a:ext cx="0" cy="1608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MIO_CONVERT_SLIDES_SUBTITLE">
            <a:extLst>
              <a:ext uri="{FF2B5EF4-FFF2-40B4-BE49-F238E27FC236}">
                <a16:creationId xmlns:a16="http://schemas.microsoft.com/office/drawing/2014/main" id="{B2558149-0351-B32D-B25B-84F2BDEB58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320" y="6057637"/>
            <a:ext cx="8229599" cy="246221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 or presenter name and title</a:t>
            </a:r>
          </a:p>
        </p:txBody>
      </p:sp>
      <p:sp>
        <p:nvSpPr>
          <p:cNvPr id="33" name="Text Placeholder Date">
            <a:extLst>
              <a:ext uri="{FF2B5EF4-FFF2-40B4-BE49-F238E27FC236}">
                <a16:creationId xmlns:a16="http://schemas.microsoft.com/office/drawing/2014/main" id="{42F7DDC0-10B1-4A77-B9AE-A41EC9F145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1319" y="6445617"/>
            <a:ext cx="8229600" cy="153888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Insert Date</a:t>
            </a:r>
          </a:p>
        </p:txBody>
      </p:sp>
      <p:sp>
        <p:nvSpPr>
          <p:cNvPr id="34" name="Title 14">
            <a:extLst>
              <a:ext uri="{FF2B5EF4-FFF2-40B4-BE49-F238E27FC236}">
                <a16:creationId xmlns:a16="http://schemas.microsoft.com/office/drawing/2014/main" id="{B20E9CAB-27E0-10E8-DED4-F58809502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19" y="4844377"/>
            <a:ext cx="8229600" cy="1124483"/>
          </a:xfrm>
        </p:spPr>
        <p:txBody>
          <a:bodyPr anchor="b"/>
          <a:lstStyle>
            <a:lvl1pPr>
              <a:spcBef>
                <a:spcPts val="300"/>
              </a:spcBef>
              <a:spcAft>
                <a:spcPts val="300"/>
              </a:spcAft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header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BE10CF-836A-2353-2780-482D8A094AFC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6A655E-6C9E-9ED6-62C7-C8496A93F5D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4E8A218-3168-D199-F1D3-56AE57B83B0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284AAA8-7020-CACD-95D5-3109F517C2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1478EE-CDCF-DB8D-0259-333CC0D7E2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36F4E0A-57AE-B7A0-9FDC-A436A00460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42A47FD-B147-2B4A-3511-527B6E2711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E4B4064-4455-59B4-3322-BC52F377C5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34F7F65-9EE8-8A4F-8D3F-359DFBA22D30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EB7426B-8532-604B-BB79-775E4DCB166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7A52894-A073-3EDC-E8C4-644BC70FCA5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3624DE4-B184-007E-5844-0D2A3C46E7C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5E8A8E6-5525-2C9F-0B59-00E40531307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A981FF-91BD-0B36-E806-F9E7883FBC0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D2EDBDC-959D-6C83-73AE-A829FF7E4C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D67CBF1-0719-AB2C-ABF3-F5EAE45AA22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74850D7E-E773-47A1-D322-BC19650835EF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FB75B-CBCA-639D-E547-4E86F93CFD0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59292AF-4C26-4532-C944-502433FD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24294" y="6933353"/>
            <a:ext cx="2117678" cy="13716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4AA967F-9848-3027-7D8A-FB5C6BC4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933353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sp>
        <p:nvSpPr>
          <p:cNvPr id="4" name="MIO_LOGOPLACEHOLDER#LARGE" hidden="1">
            <a:extLst>
              <a:ext uri="{FF2B5EF4-FFF2-40B4-BE49-F238E27FC236}">
                <a16:creationId xmlns:a16="http://schemas.microsoft.com/office/drawing/2014/main" id="{975B8894-6E86-8D33-EFFA-CE3BA7EBEB62}"/>
              </a:ext>
            </a:extLst>
          </p:cNvPr>
          <p:cNvSpPr txBox="1"/>
          <p:nvPr userDrawn="1"/>
        </p:nvSpPr>
        <p:spPr>
          <a:xfrm>
            <a:off x="10561316" y="5865096"/>
            <a:ext cx="1176436" cy="692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5" name="Masterfield: Proprietary &amp; Confidential Option" hidden="1">
            <a:extLst>
              <a:ext uri="{FF2B5EF4-FFF2-40B4-BE49-F238E27FC236}">
                <a16:creationId xmlns:a16="http://schemas.microsoft.com/office/drawing/2014/main" id="{CF26DAD5-A90A-A149-B45E-8E348CA196F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723402" y="5866760"/>
            <a:ext cx="1488680" cy="662992"/>
          </a:xfrm>
          <a:prstGeom prst="callout1">
            <a:avLst>
              <a:gd name="adj1" fmla="val 2047"/>
              <a:gd name="adj2" fmla="val 110634"/>
              <a:gd name="adj3" fmla="val 98988"/>
              <a:gd name="adj4" fmla="val 11066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6" name="Masterfield: Custom legal disclaimer field" hidden="1">
            <a:extLst>
              <a:ext uri="{FF2B5EF4-FFF2-40B4-BE49-F238E27FC236}">
                <a16:creationId xmlns:a16="http://schemas.microsoft.com/office/drawing/2014/main" id="{AA7817E2-AED6-FEB8-4F94-85655B25CBD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335026" y="5866760"/>
            <a:ext cx="3877056" cy="667512"/>
          </a:xfrm>
          <a:prstGeom prst="callout1">
            <a:avLst>
              <a:gd name="adj1" fmla="val 2555"/>
              <a:gd name="adj2" fmla="val 104102"/>
              <a:gd name="adj3" fmla="val 97506"/>
              <a:gd name="adj4" fmla="val 10415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Picture Placeholder Left">
            <a:extLst>
              <a:ext uri="{FF2B5EF4-FFF2-40B4-BE49-F238E27FC236}">
                <a16:creationId xmlns:a16="http://schemas.microsoft.com/office/drawing/2014/main" id="{CC452226-4FFB-EA82-3B97-93E6FB67EC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6096000" cy="47026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Middle Top">
            <a:extLst>
              <a:ext uri="{FF2B5EF4-FFF2-40B4-BE49-F238E27FC236}">
                <a16:creationId xmlns:a16="http://schemas.microsoft.com/office/drawing/2014/main" id="{73E02D30-0FE3-322B-0AEF-CAAD0D09D3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5999" y="0"/>
            <a:ext cx="3038475" cy="23513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Middle Bottom">
            <a:extLst>
              <a:ext uri="{FF2B5EF4-FFF2-40B4-BE49-F238E27FC236}">
                <a16:creationId xmlns:a16="http://schemas.microsoft.com/office/drawing/2014/main" id="{F5661747-2B27-4AA4-A809-52647491F70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5999" y="2351307"/>
            <a:ext cx="3038476" cy="23513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Right Top">
            <a:extLst>
              <a:ext uri="{FF2B5EF4-FFF2-40B4-BE49-F238E27FC236}">
                <a16:creationId xmlns:a16="http://schemas.microsoft.com/office/drawing/2014/main" id="{94A1D03B-9D25-8672-6619-8EB9C08AED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34475" y="0"/>
            <a:ext cx="3057526" cy="23513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Right Bottom">
            <a:extLst>
              <a:ext uri="{FF2B5EF4-FFF2-40B4-BE49-F238E27FC236}">
                <a16:creationId xmlns:a16="http://schemas.microsoft.com/office/drawing/2014/main" id="{C646CF86-B2AA-3450-652D-0B0DA08F1C5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34475" y="2351308"/>
            <a:ext cx="3057526" cy="23513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bIns="73152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53DF1D-2F70-25B8-8951-3626634AA32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7A90F5-3F27-552D-C14F-195F72EE9A0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BF8C56-5822-8184-7DD4-38EE8AF7C04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15C48B-352C-C0D2-E728-8C024171691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C901AD-53BF-EE23-136B-B80CBE011D3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57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pos="7392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209EDF-FEA9-6AF5-86AD-13E9B57D377C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A27DA-97F4-1C5F-4EB7-31EF0ABAA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80550" cy="1481159"/>
          </a:xfrm>
        </p:spPr>
        <p:txBody>
          <a:bodyPr anchor="b">
            <a:noAutofit/>
          </a:bodyPr>
          <a:lstStyle>
            <a:lvl1pPr>
              <a:defRPr sz="4000" b="1"/>
            </a:lvl1pPr>
          </a:lstStyle>
          <a:p>
            <a:r>
              <a:rPr lang="en-US" dirty="0"/>
              <a:t>Add section header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CB8D5BB2-72C7-BDF5-263F-B34C4469CB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2057751"/>
            <a:ext cx="11280550" cy="711200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5FDD2-1CF1-5DC8-5301-F821ABE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5D-AD47-4923-AFEC-AE0F09883323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A3754-1A0B-77DD-D93A-9BD1453D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DE715-7398-02AB-FDC4-3CD39526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4AE77A-3343-8E42-0C4B-90D6C6712953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406928-B1C2-6BA0-B701-C5D69E463A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6010FE-880B-F6A4-AD7B-7E8E5CD581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FEDCC10-D825-6C65-865A-8EA8AA3F34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8BC1591-946A-B614-EA5C-F306BE13D1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F89B415-CB41-66E6-84A2-338D13FB6D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ACCE90B-3230-75F7-9CDB-E1DEF54FAA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884724A-2397-6440-7B9D-B514ED0A39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0024367-9677-7291-F296-5CAEDD1B3987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EB90005-43D7-1CC5-4477-6F045BC9170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7A1D6AB-8FE3-BB73-DD3E-6E961AED83A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1026ED7-8F4B-BDEE-634F-4DC5E4573C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E68E1E4-8A70-8F5C-912A-7C0C56D0DED1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52ED453-70E6-454F-F0F9-0687A0409AB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0014165-2A18-7767-8508-37A6BCE3E0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C8196E4-EF00-7D55-DE0B-1523A70920A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1DF7AA3B-33C0-0670-A74E-0B52A0541E38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9" name="MIO_LOGOPLACEHOLDER#SMALL" hidden="1">
            <a:extLst>
              <a:ext uri="{FF2B5EF4-FFF2-40B4-BE49-F238E27FC236}">
                <a16:creationId xmlns:a16="http://schemas.microsoft.com/office/drawing/2014/main" id="{23DF5CE3-6C36-7FB3-8470-85451DE779FD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823067C5-2E60-C24E-B7C0-8CA63C91E47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0" name="Masterfield: Custom legal disclaimer field" hidden="1">
            <a:extLst>
              <a:ext uri="{FF2B5EF4-FFF2-40B4-BE49-F238E27FC236}">
                <a16:creationId xmlns:a16="http://schemas.microsoft.com/office/drawing/2014/main" id="{06FD2975-597B-FC73-B3FD-9DA3D46AD8D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1" name="MIO_Placeholder_Mapping" hidden="1">
            <a:extLst>
              <a:ext uri="{FF2B5EF4-FFF2-40B4-BE49-F238E27FC236}">
                <a16:creationId xmlns:a16="http://schemas.microsoft.com/office/drawing/2014/main" id="{1165919D-1979-223D-ED40-C97BAC4A50F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2C11E4-E574-E613-6BF0-0EBB5B1109A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121150-4727-6D2A-1623-2082F8FE8401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D38492-9B97-1F9E-75FD-1BC4B2357B5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1BD685-7CA0-032D-A79B-4ED2F44AF83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5322AF-0D3A-DEA9-7000-75DC760E6B5D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52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Section Brea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521FB5-D29D-0DE0-D0A0-89C2DCC6D2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0800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09EDF-FEA9-6AF5-86AD-13E9B57D377C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A27DA-97F4-1C5F-4EB7-31EF0ABAA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80550" cy="1481159"/>
          </a:xfrm>
        </p:spPr>
        <p:txBody>
          <a:bodyPr anchor="b">
            <a:noAutofit/>
          </a:bodyPr>
          <a:lstStyle>
            <a:lvl1pPr>
              <a:defRPr sz="4000" b="1"/>
            </a:lvl1pPr>
          </a:lstStyle>
          <a:p>
            <a:r>
              <a:rPr lang="en-US" dirty="0"/>
              <a:t>Add section header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CB8D5BB2-72C7-BDF5-263F-B34C4469CB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2057751"/>
            <a:ext cx="11280550" cy="711200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5FDD2-1CF1-5DC8-5301-F821ABE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02A5B-402E-4F97-AF74-DCA699C998B7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A3754-1A0B-77DD-D93A-9BD1453D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DE715-7398-02AB-FDC4-3CD39526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CB4AF1-7D6E-85EE-558C-94D74B11BF63}"/>
              </a:ext>
            </a:extLst>
          </p:cNvPr>
          <p:cNvGrpSpPr/>
          <p:nvPr userDrawn="1"/>
        </p:nvGrpSpPr>
        <p:grpSpPr>
          <a:xfrm>
            <a:off x="-196037" y="-196036"/>
            <a:ext cx="11930837" cy="653239"/>
            <a:chOff x="-196037" y="-196036"/>
            <a:chExt cx="11930837" cy="65323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DF100C-0639-A6D3-BF3B-03F1F78DF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74C35B-5671-10F3-D063-F65DD3BF89E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D2101E9-7D55-68DA-B246-0DCD86783F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E2D0D6-5F71-A485-0140-D4D5533746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E28E3CF-6AB5-C93D-9D12-C6CAF93346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E8CCDBD-D197-FCFD-22EA-7338A2B133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86FD565-C46C-478D-1751-DB46092A59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283A3EB-2D74-1EC8-DA26-96B644257BCE}"/>
                </a:ext>
              </a:extLst>
            </p:cNvPr>
            <p:cNvCxnSpPr>
              <a:cxnSpLocks/>
            </p:cNvCxnSpPr>
            <p:nvPr userDrawn="1"/>
          </p:nvCxnSpPr>
          <p:spPr>
            <a:xfrm rot="5400000" flipV="1">
              <a:off x="-115603" y="376769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D541F5-7338-BD2D-A83A-A50142FAB50C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3381FC8-7752-53C9-03C0-69E35384BB3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631A1C-EF27-9739-311B-433312DA87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A7A2FFB-9DD3-2194-1419-0E725639889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E7AD4DD-F789-A64E-0EF2-FC8C76C2220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7E71B8C-639E-6495-19BD-87448A3703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EC8FA38-2094-1F00-456A-B4C5B077107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3A5F9E3-260A-743F-38C3-0F026BFCDE4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7F52E0B-AAA3-6D20-BBE2-40B24CEDD5AD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1" name="MIO_LOGOPLACEHOLDER#SMALL" hidden="1">
            <a:extLst>
              <a:ext uri="{FF2B5EF4-FFF2-40B4-BE49-F238E27FC236}">
                <a16:creationId xmlns:a16="http://schemas.microsoft.com/office/drawing/2014/main" id="{F02F2040-ECBB-C490-410C-B6FFF0E10048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ED201713-5A2E-4378-4770-6A8D9C1BC7C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0" name="Masterfield: Custom legal disclaimer field" hidden="1">
            <a:extLst>
              <a:ext uri="{FF2B5EF4-FFF2-40B4-BE49-F238E27FC236}">
                <a16:creationId xmlns:a16="http://schemas.microsoft.com/office/drawing/2014/main" id="{9A168696-DFE3-BDEF-DB54-8286C996B65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F58A6C-0400-9DB1-BEC8-90DB3A7D617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859538-2B7C-7E56-4D5D-FA73E69A147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37EB577-F2C8-9F20-E699-E9B6DD66A85B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EE3B69-78F2-492E-E3E4-E278385BB9F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FA0F2C-8A25-80C8-775E-70708616EE6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71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Section Brea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521FB5-D29D-0DE0-D0A0-89C2DCC6D2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000" y="0"/>
            <a:ext cx="8127999" cy="6400800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09EDF-FEA9-6AF5-86AD-13E9B57D377C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A27DA-97F4-1C5F-4EB7-31EF0ABAA0E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457201"/>
            <a:ext cx="3097850" cy="704850"/>
          </a:xfrm>
        </p:spPr>
        <p:txBody>
          <a:bodyPr anchor="t">
            <a:noAutofit/>
          </a:bodyPr>
          <a:lstStyle>
            <a:lvl1pPr>
              <a:defRPr sz="2400" b="1"/>
            </a:lvl1pPr>
          </a:lstStyle>
          <a:p>
            <a:r>
              <a:rPr lang="en-US" dirty="0"/>
              <a:t>Add section header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CB8D5BB2-72C7-BDF5-263F-B34C4469CB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4250" y="1193800"/>
            <a:ext cx="3097850" cy="7112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5FDD2-1CF1-5DC8-5301-F821ABE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8189B-D1CB-42F2-9330-E0EBBDCDA8C0}" type="datetime1">
              <a:rPr lang="en-US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A3754-1A0B-77DD-D93A-9BD1453D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DE715-7398-02AB-FDC4-3CD39526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620C67-B0A3-E3B9-F68B-1B6DCA8FF2E5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58529C-886B-2DD5-4583-43C1CD4145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711EF0-E20D-FBF1-10C5-2D05D801AC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1D2B8C-42FB-7F04-65CC-AFAA5C886D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FC203F-F43A-C3C9-1AF6-7B987424023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9BA838C-8727-24D8-6FEA-AAF208FE21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6B6103-6D93-4B91-48A9-29154D2833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6E2570B-36FD-1073-F6C3-BEF194622B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BE0848D-ABB1-8B20-CEB4-5094F53841FA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7EA146E-5C06-C7BE-71C3-0187A437A1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9256E8F-D73E-EDE8-FF7C-D36A4E1695F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750C92B-A3D7-B33C-1E85-D0B5814932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2F73148-EA6D-AD5A-33FA-E707FC820352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24535EC-83E3-0BE2-7628-2287F20B65C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098E197-8CBE-3D25-F208-33E77442678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DFFD1E3-83D3-D514-5409-C5EE272725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14B7F7D-6FBF-52B7-47E1-A558F5051CB7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0" name="MIO_LOGOPLACEHOLDER#SMALL" hidden="1">
            <a:extLst>
              <a:ext uri="{FF2B5EF4-FFF2-40B4-BE49-F238E27FC236}">
                <a16:creationId xmlns:a16="http://schemas.microsoft.com/office/drawing/2014/main" id="{737F5954-F017-FD94-7847-B57D7B73A1BE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8" name="Masterfield: Proprietary &amp; Confidential Option" hidden="1">
            <a:extLst>
              <a:ext uri="{FF2B5EF4-FFF2-40B4-BE49-F238E27FC236}">
                <a16:creationId xmlns:a16="http://schemas.microsoft.com/office/drawing/2014/main" id="{5886ECB6-1FFC-9A6F-68CC-2465C77615A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1" name="Masterfield: Custom legal disclaimer field" hidden="1">
            <a:extLst>
              <a:ext uri="{FF2B5EF4-FFF2-40B4-BE49-F238E27FC236}">
                <a16:creationId xmlns:a16="http://schemas.microsoft.com/office/drawing/2014/main" id="{B3E5ED00-A953-EC8A-6155-E1F81088900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2" name="Masterfield: Custom Watermark" hidden="1">
            <a:extLst>
              <a:ext uri="{FF2B5EF4-FFF2-40B4-BE49-F238E27FC236}">
                <a16:creationId xmlns:a16="http://schemas.microsoft.com/office/drawing/2014/main" id="{6E8EEE05-8CB5-18C5-D7BF-B579C6540BDF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5B14E8-FF63-707A-ED40-65F9BB47AC1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3506D1-F90F-EDCB-704E-2952C47F64D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24E133-01DA-4ABC-CB04-3AD92E7E98BF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C0D934A-E1E8-E294-0AFC-73E15FF1BBA5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22D392-BB6D-274A-D9C0-4EC3F29FA4B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62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Section Break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521FB5-D29D-0DE0-D0A0-89C2DCC6D2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000" y="0"/>
            <a:ext cx="8127999" cy="6400800"/>
          </a:xfr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09EDF-FEA9-6AF5-86AD-13E9B57D377C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A27DA-97F4-1C5F-4EB7-31EF0ABAA0E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7200" y="457201"/>
            <a:ext cx="3097850" cy="704850"/>
          </a:xfrm>
        </p:spPr>
        <p:txBody>
          <a:bodyPr anchor="t">
            <a:noAutofit/>
          </a:bodyPr>
          <a:lstStyle>
            <a:lvl1pPr>
              <a:defRPr sz="2400" b="1"/>
            </a:lvl1pPr>
          </a:lstStyle>
          <a:p>
            <a:r>
              <a:rPr lang="en-US" dirty="0"/>
              <a:t>Add section header</a:t>
            </a:r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CB8D5BB2-72C7-BDF5-263F-B34C4469CB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4250" y="1193800"/>
            <a:ext cx="3097850" cy="7112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title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B9575FC-EE69-E466-E84B-A65B846FB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9D0933-DC9E-B959-C8BA-E0B7C81A03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556BBE8-06DF-0B7A-C2B4-AB515DD11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C48DA9-FA5B-3179-357D-B6A0481698ED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EF20D1-4E9B-F7F7-809E-788581B225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48C1B2-B716-0172-975D-410F046CE7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79528BE-243F-F0E1-D493-542F372254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0C978D-912A-358F-750C-CAE37E7916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A340238-10B9-0162-D0F7-893CB3C9C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EFF2F5-7219-7282-5154-2EED72375E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736B66-4825-0024-1E83-D90ECEDF8C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35463EB-ED9C-A0BA-4CE4-2E089626F8DC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AC52B79-6D45-C405-1937-3DB02CB662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448678D-FC01-0F67-4C4C-E4E52AC155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101EC46-8B2A-03E3-3248-0C54758FAC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9E9493E-9C56-7150-AA00-4092F59C4992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B961B8B-46B6-7662-7ABF-80557264D1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7EBB240-5737-7B86-D33F-84B61CAC78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42A5ED8-09DC-B31D-9AAE-C225E77F93C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367727A-6407-A412-78BC-6EDDF93F140C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6" name="MIO_LOGOPLACEHOLDER#SMALL" hidden="1">
            <a:extLst>
              <a:ext uri="{FF2B5EF4-FFF2-40B4-BE49-F238E27FC236}">
                <a16:creationId xmlns:a16="http://schemas.microsoft.com/office/drawing/2014/main" id="{C9F0A173-CA97-E315-5EEE-5A731756DABB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4" name="Masterfield: Proprietary &amp; Confidential Option" hidden="1">
            <a:extLst>
              <a:ext uri="{FF2B5EF4-FFF2-40B4-BE49-F238E27FC236}">
                <a16:creationId xmlns:a16="http://schemas.microsoft.com/office/drawing/2014/main" id="{548B776C-724B-A518-570E-9E883EF76E8C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2"/>
              </a:solidFill>
            </a:endParaRPr>
          </a:p>
        </p:txBody>
      </p:sp>
      <p:sp>
        <p:nvSpPr>
          <p:cNvPr id="5" name="Masterfield: Custom legal disclaimer field" hidden="1">
            <a:extLst>
              <a:ext uri="{FF2B5EF4-FFF2-40B4-BE49-F238E27FC236}">
                <a16:creationId xmlns:a16="http://schemas.microsoft.com/office/drawing/2014/main" id="{98247311-E285-91AF-58AE-A9C20259C0E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bg2"/>
              </a:solidFill>
            </a:endParaRPr>
          </a:p>
        </p:txBody>
      </p:sp>
      <p:sp>
        <p:nvSpPr>
          <p:cNvPr id="8" name="Masterfield: Custom Watermark" hidden="1">
            <a:extLst>
              <a:ext uri="{FF2B5EF4-FFF2-40B4-BE49-F238E27FC236}">
                <a16:creationId xmlns:a16="http://schemas.microsoft.com/office/drawing/2014/main" id="{F92F2A41-708C-E8FB-6CD9-307EA2F389B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F84464-2CCC-4FA6-52BB-D01A6E8F69D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853341-06B9-4550-0493-5C5E7151A657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DB60B5-C53A-8C3A-CD4C-7CE114E5129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A95F38-0199-644D-CC17-94256AD8BF7E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361463-7C72-FC7D-968E-5EBA5330492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21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~ 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86C1BC-68A4-C367-6B55-6E708FB6A297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78BBA-13D6-69AB-889E-2DB31B9E83C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302431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3DA05-2F6E-8FA4-1E1A-97638FCC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846E-C690-480D-A63C-66A35F59D2F4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61148-9363-DD41-96A2-88212A50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96834" y="6889750"/>
            <a:ext cx="2117678" cy="137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F1FC2-79CE-3B62-91E7-76FD619F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889750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6" name="Picture 2" descr="http://eweb/brands/downloads/nee_3CP.jpg">
            <a:extLst>
              <a:ext uri="{FF2B5EF4-FFF2-40B4-BE49-F238E27FC236}">
                <a16:creationId xmlns:a16="http://schemas.microsoft.com/office/drawing/2014/main" id="{508FAAFD-A698-3552-0860-A72D56132B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27731" y="2495712"/>
            <a:ext cx="4268570" cy="186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IO_AGENDA_LAST_SLIDE" hidden="1">
            <a:extLst>
              <a:ext uri="{FF2B5EF4-FFF2-40B4-BE49-F238E27FC236}">
                <a16:creationId xmlns:a16="http://schemas.microsoft.com/office/drawing/2014/main" id="{AB80DCDF-8A4D-0FC1-2A46-E8C982BADD1D}"/>
              </a:ext>
            </a:extLst>
          </p:cNvPr>
          <p:cNvSpPr/>
          <p:nvPr userDrawn="1"/>
        </p:nvSpPr>
        <p:spPr>
          <a:xfrm>
            <a:off x="10870058" y="246580"/>
            <a:ext cx="769805" cy="522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E5A40A-36CF-9FBE-0F9F-4EC9C3B9E1B9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D7E121-079F-C1A1-B42D-F941038D26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14019C-C2F6-515A-DFF5-2C45127DF3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29A8B8F-78E2-DF19-6659-BA9BB3D8ED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5C9E68-D1D6-12B5-842E-1DA4CF9E2C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901DD9A-5AA5-8A2E-BD66-A713FEBE9F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81EE0C-086D-7DDF-3450-C28E6471BE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F5541DF-1C53-6D60-ACE0-563E436F06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92BBB9F-25A1-F161-C15F-919B6F28B8AC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0A41C01-ABE5-3341-67C2-FFF76C95BCD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6D72810-F2AD-4171-DF19-540C009E75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972377D-7B70-F14F-DE5B-D3472DB3D7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737C666-9183-02D6-8F35-C4BC073E6D13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083A84C-4B51-053B-1B0E-AC687DC6424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4ADF2BD-E4DC-B11C-8093-BE83D10B11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D13F93C-DBDC-CBE3-7E8E-0F8FD48C7F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A1FB1BF6-D07C-0B30-98E3-6B9D09FD665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A34730AE-B729-2776-D81E-62F89E12EA8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364213-1B05-01A6-72F1-7C5A0792E52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0513AC-3CDC-8740-6634-86B78DEFFF7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3A4B46-B0EE-AF37-8149-050805F61CE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A2A014-B9AB-B346-1D5A-21B0B826338A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E7A5C9-4503-CFBE-B9AC-0BD49CFBF0E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3D21E377-8416-9EE0-099B-9CAFAD47D6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241651" y="2495712"/>
            <a:ext cx="4240729" cy="186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497C9E82-3325-23EB-D5C1-B4AC0C9E36C9}"/>
              </a:ext>
            </a:extLst>
          </p:cNvPr>
          <p:cNvSpPr/>
          <p:nvPr userDrawn="1"/>
        </p:nvSpPr>
        <p:spPr>
          <a:xfrm>
            <a:off x="10870058" y="246580"/>
            <a:ext cx="769805" cy="5223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FF989-7B40-47E4-49F2-5CDB81DC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0D505-87BA-4886-B4C3-3FDB358E28DD}" type="datetime1">
              <a:rPr lang="en-US"/>
              <a:t>3/9/2026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090A6A-EA7E-BD78-56CA-833BB772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96834" y="6889750"/>
            <a:ext cx="2117678" cy="137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46C572-2D53-01AA-3C5D-471F4DF0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752" y="6889750"/>
            <a:ext cx="365760" cy="137160"/>
          </a:xfrm>
        </p:spPr>
        <p:txBody>
          <a:bodyPr/>
          <a:lstStyle/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61BCEC-BD22-E5D4-512D-F48D4F1BD0FD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3B2941F-1B69-4423-E9C8-5A0C4CF6D9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AB11A7B-8667-096A-30BF-4FC9B78937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740FE4-AE77-8850-7387-912BD34765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0DB90D-802C-273A-D320-8C8E6E11D20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432FB4B-A7E8-30B2-FE93-BEA75B45CC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58DAD04-4838-2857-287C-9014035456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78073D5-4F9B-B343-6101-4E4BEFB01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96510E9-3E8A-B2A3-4D16-3BF47D2577D4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50C8419-B938-2956-02EE-DF7BAB6EA76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83F02A2-A507-236F-7CDD-6008D678CB6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3E2FDE5-AE4D-26CB-8A1A-937BAC4A8E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FB30B68-BCAE-CD24-1558-6167BE0B32CF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15F775C-BDD6-D3A2-C2EA-D04FC91C43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4071F8D-0D8E-D6F1-2B41-6E78009E9D6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B2BDAEE-9221-D29A-3058-E7A1EC9778D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624F1-9838-6B6F-62F0-12258F68D917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BA371A-8192-424A-C548-35FBB032979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57C2B9-62D0-CE2F-AECA-6BBD65D23EF4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A88346-EA4E-1AE8-7DE4-385BFCD938F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3AD547-1D9A-9EC0-741F-AB34244F829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FD7F0F-DC1C-A9A3-29DD-665F179BCF28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64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7D248-4529-ADDA-6EF4-2DFCDE30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7BCD-2F16-407D-AAD0-452EDB24493D}" type="datetime1">
              <a:rPr lang="en-US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67381-9190-43D3-78CF-17DCE844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96834" y="6889750"/>
            <a:ext cx="2117678" cy="1371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D894-90E6-486D-88BF-1CF728D5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6240" y="6877261"/>
            <a:ext cx="365760" cy="137160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43E199A-10E3-98A1-06C9-CD07169EBE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241651" y="2495712"/>
            <a:ext cx="4240729" cy="186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IO_AGENDA_LAST_SLIDE" hidden="1">
            <a:extLst>
              <a:ext uri="{FF2B5EF4-FFF2-40B4-BE49-F238E27FC236}">
                <a16:creationId xmlns:a16="http://schemas.microsoft.com/office/drawing/2014/main" id="{59062BFF-9E0A-04E0-E5B0-D0799E90CC96}"/>
              </a:ext>
            </a:extLst>
          </p:cNvPr>
          <p:cNvSpPr/>
          <p:nvPr userDrawn="1"/>
        </p:nvSpPr>
        <p:spPr>
          <a:xfrm>
            <a:off x="10870058" y="246580"/>
            <a:ext cx="769805" cy="5223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ADA341-9BB9-7757-4116-4A07B302226B}"/>
              </a:ext>
            </a:extLst>
          </p:cNvPr>
          <p:cNvGrpSpPr/>
          <p:nvPr userDrawn="1"/>
        </p:nvGrpSpPr>
        <p:grpSpPr>
          <a:xfrm>
            <a:off x="457200" y="-196036"/>
            <a:ext cx="11277600" cy="160867"/>
            <a:chOff x="457200" y="-196036"/>
            <a:chExt cx="11277600" cy="160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DD2C2D-3134-95B3-858F-088AB16B10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FCCC54-BE92-2C13-DB99-D69CA81F09B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F8F2A4-DAF4-BE91-8EF2-0D14CDEEF1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B7E1CD-98AA-9C95-05CB-9D093C5EBD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BBA8B4B-7AE0-03C9-61F9-83C9E50378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7FD961-C18B-C80B-6403-F348CCA90F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B7F1DF-F2F0-AD3D-B0AD-5D069A8D0F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2940868-219D-CEEC-6B47-4FB4F7DBBCBB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3E0E459-B16F-B304-35BB-C789A269B6A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C1165A3-C3F1-4466-C392-B5CEFCF932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3B3B1AE-9577-CF3A-7CA8-972E1450A4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FBA088-8219-D6FE-51D4-AC410651DF2A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41251B3-5BCE-3C7F-AB28-0D5D4D723F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7C33F4D-8568-FB54-071C-73D08D22954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EF6F2CB-801F-A3D4-67B4-1D5D9B25BA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1875BB4-C30B-022F-6A6A-6650DAEC8B0F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CC2552-980F-27E0-51C3-461AC11B427C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767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ED1729-2821-55E3-79A0-E971438E0A93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3348567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88F6C-D190-D90D-F81D-24D3A5838A1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6320369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91D0E6-165B-3CEB-4A58-0BC6F2265F16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80433" y="1526375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B8555D-901C-9A08-7B16-46DAC2982602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-115603" y="1277142"/>
            <a:ext cx="0" cy="160867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77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 ~ 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8564F9-8DAD-62DF-2BC1-5FF763BAA4D7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bg1"/>
                </a:solidFill>
              </a:rPr>
              <a:t>Do not use layouts after this.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AF024-86D4-31C6-FFF1-8651DA6590AE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6F0D-2B2F-354C-7C0A-BA10F8776D1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4839759" y="222308"/>
            <a:ext cx="251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Do not use this chapter page!</a:t>
            </a:r>
          </a:p>
        </p:txBody>
      </p:sp>
    </p:spTree>
    <p:extLst>
      <p:ext uri="{BB962C8B-B14F-4D97-AF65-F5344CB8AC3E}">
        <p14:creationId xmlns:p14="http://schemas.microsoft.com/office/powerpoint/2010/main" val="203554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07" Type="http://schemas.openxmlformats.org/officeDocument/2006/relationships/tags" Target="../tags/tag5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87" Type="http://schemas.openxmlformats.org/officeDocument/2006/relationships/slideLayout" Target="../slideLayouts/slideLayout87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103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839728-1E98-2979-B219-89D4C15347EB}"/>
              </a:ext>
            </a:extLst>
          </p:cNvPr>
          <p:cNvSpPr/>
          <p:nvPr userDrawn="1"/>
        </p:nvSpPr>
        <p:spPr>
          <a:xfrm flipV="1">
            <a:off x="0" y="0"/>
            <a:ext cx="12192000" cy="1361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9A931-A004-E96D-905A-E7762708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6688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header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1CE82-4B6D-EABB-21E9-CD8263D5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18488"/>
            <a:ext cx="11277600" cy="4782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0E31-D90E-7386-8AB1-070C0131E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89750"/>
            <a:ext cx="944033" cy="112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0D505-87BA-4886-B4C3-3FDB358E28DD}" type="datetime1">
              <a:rPr lang="en-US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A6C9-B188-C239-3C25-083E25698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74322" y="6889750"/>
            <a:ext cx="2117678" cy="13716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600"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C0A38-CB01-C360-6BC2-98423B2A2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0896" y="6547104"/>
            <a:ext cx="365760" cy="137160"/>
          </a:xfrm>
          <a:prstGeom prst="callout1">
            <a:avLst>
              <a:gd name="adj1" fmla="val 5224"/>
              <a:gd name="adj2" fmla="val -27174"/>
              <a:gd name="adj3" fmla="val 95109"/>
              <a:gd name="adj4" fmla="val -26739"/>
            </a:avLst>
          </a:prstGeom>
          <a:ln w="6350">
            <a:solidFill>
              <a:schemeClr val="accent3"/>
            </a:solidFill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21286259-7C2C-456C-9FF1-9627CF030E1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6A4EC6-571F-F13B-F720-F991C0F4A4D4}"/>
              </a:ext>
            </a:extLst>
          </p:cNvPr>
          <p:cNvSpPr/>
          <p:nvPr userDrawn="1"/>
        </p:nvSpPr>
        <p:spPr>
          <a:xfrm>
            <a:off x="12303822" y="0"/>
            <a:ext cx="2040828" cy="3526971"/>
          </a:xfrm>
          <a:prstGeom prst="rect">
            <a:avLst/>
          </a:prstGeom>
          <a:solidFill>
            <a:srgbClr val="DB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TEXT LEVELS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Remove bullet on Level  to create header text.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to the next text level.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Use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SHIFT key  + TAB key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text up to the previous text level. 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Or use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Increase / Decrease List Level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 on the </a:t>
            </a:r>
            <a:r>
              <a:rPr lang="en-US" sz="1000" b="1" dirty="0">
                <a:solidFill>
                  <a:srgbClr val="0C2738"/>
                </a:solidFill>
                <a:latin typeface="Arial Nova" panose="020B0504020202020204" pitchFamily="34" charset="0"/>
              </a:rPr>
              <a:t>Home Tab </a:t>
            </a:r>
            <a:r>
              <a:rPr lang="en-US" sz="1000" dirty="0">
                <a:solidFill>
                  <a:srgbClr val="0C2738"/>
                </a:solidFill>
                <a:latin typeface="Arial Nova" panose="020B0504020202020204" pitchFamily="34" charset="0"/>
              </a:rPr>
              <a:t>to move down or up between the text levels. </a:t>
            </a: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  <a:latin typeface="Arial Nova" panose="020B0504020202020204" pitchFamily="34" charset="0"/>
            </a:endParaRPr>
          </a:p>
          <a:p>
            <a:pPr algn="l"/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CEDE10-C11D-6291-D08A-EC09DA545E4C}"/>
              </a:ext>
            </a:extLst>
          </p:cNvPr>
          <p:cNvSpPr/>
          <p:nvPr userDrawn="1"/>
        </p:nvSpPr>
        <p:spPr>
          <a:xfrm>
            <a:off x="12404542" y="2196403"/>
            <a:ext cx="1850301" cy="114216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1: Keep bold and remove bullet to make a paragraph</a:t>
            </a:r>
          </a:p>
          <a:p>
            <a:pPr marL="171450" indent="-171450" algn="l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2: Bulleted paragraph text</a:t>
            </a:r>
          </a:p>
          <a:p>
            <a:pPr marL="342900" indent="-171450" algn="l">
              <a:lnSpc>
                <a:spcPct val="90000"/>
              </a:lnSpc>
              <a:spcAft>
                <a:spcPts val="300"/>
              </a:spcAft>
              <a:buFont typeface="Century Gothic" panose="020B0502020202020204" pitchFamily="34" charset="0"/>
              <a:buChar char="–"/>
              <a:tabLst>
                <a:tab pos="457200" algn="l"/>
              </a:tabLst>
            </a:pPr>
            <a:r>
              <a:rPr lang="en-US" sz="100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Level 3: Bulleted paragraph text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CD3329-8AE8-1B46-36EC-9A8DE645F283}"/>
              </a:ext>
            </a:extLst>
          </p:cNvPr>
          <p:cNvGrpSpPr/>
          <p:nvPr userDrawn="1"/>
        </p:nvGrpSpPr>
        <p:grpSpPr>
          <a:xfrm>
            <a:off x="-196037" y="-196036"/>
            <a:ext cx="11930837" cy="6596839"/>
            <a:chOff x="-196037" y="-196036"/>
            <a:chExt cx="11930837" cy="659683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CF89D14-8715-68DE-D411-39559010D1F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7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929990-2A1B-348C-0267-ABF11B8185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9AE26C-5225-C478-AE8C-75E2B8B008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674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2E03ADC-36B3-DC45-1B20-8498FE4625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D22976-B7F8-F09C-D73E-26D0B1F7D7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246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26B3266-972C-31F6-01AD-E781E68A48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3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710835-0A26-C027-8671-25372BB607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34800" y="-196036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2D03072-FA26-7865-0CEE-F96347AF79B6}"/>
                </a:ext>
              </a:extLst>
            </p:cNvPr>
            <p:cNvCxnSpPr>
              <a:cxnSpLocks/>
            </p:cNvCxnSpPr>
            <p:nvPr userDrawn="1"/>
          </p:nvCxnSpPr>
          <p:spPr>
            <a:xfrm rot="5400000" flipV="1">
              <a:off x="-115603" y="376769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F23086-3B49-209C-241F-BB0A7F718A1E}"/>
                </a:ext>
              </a:extLst>
            </p:cNvPr>
            <p:cNvCxnSpPr>
              <a:cxnSpLocks/>
            </p:cNvCxnSpPr>
            <p:nvPr userDrawn="1"/>
          </p:nvCxnSpPr>
          <p:spPr>
            <a:xfrm rot="5400000" flipV="1">
              <a:off x="-115603" y="3348567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CEE8947-1BBA-ED32-7B24-056E14618CB0}"/>
                </a:ext>
              </a:extLst>
            </p:cNvPr>
            <p:cNvCxnSpPr>
              <a:cxnSpLocks/>
            </p:cNvCxnSpPr>
            <p:nvPr userDrawn="1"/>
          </p:nvCxnSpPr>
          <p:spPr>
            <a:xfrm rot="5400000" flipV="1">
              <a:off x="-115603" y="6320369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BBB36D2-A84E-C13B-E933-5095769D84D0}"/>
                </a:ext>
              </a:extLst>
            </p:cNvPr>
            <p:cNvGrpSpPr/>
            <p:nvPr userDrawn="1"/>
          </p:nvGrpSpPr>
          <p:grpSpPr>
            <a:xfrm>
              <a:off x="2870465" y="-196036"/>
              <a:ext cx="456671" cy="160867"/>
              <a:chOff x="2933700" y="-196036"/>
              <a:chExt cx="456671" cy="1608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68132D6-32D8-B4A2-A1BF-EEB860FE41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57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516917F-62D1-24E1-8F96-30989B88D5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03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AD36352-0D10-6890-8378-D505BDFE158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33700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BCBF1D-BEF3-EF5F-8011-43EB1E9847D6}"/>
                </a:ext>
              </a:extLst>
            </p:cNvPr>
            <p:cNvGrpSpPr/>
            <p:nvPr userDrawn="1"/>
          </p:nvGrpSpPr>
          <p:grpSpPr>
            <a:xfrm>
              <a:off x="8864864" y="-196036"/>
              <a:ext cx="456671" cy="160867"/>
              <a:chOff x="8796867" y="-196036"/>
              <a:chExt cx="456671" cy="16086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0B4AE6D-B077-3A61-E4AD-0B8331EF9A7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029171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DCD945E-87A9-A426-9682-52D26291662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253538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E16698D-FFE7-EE63-EC4A-CB00B6CC450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796867" y="-196036"/>
                <a:ext cx="0" cy="160867"/>
              </a:xfrm>
              <a:prstGeom prst="line">
                <a:avLst/>
              </a:prstGeom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675EB7-487E-D019-739A-D1ACA5D94DA9}"/>
                </a:ext>
              </a:extLst>
            </p:cNvPr>
            <p:cNvCxnSpPr>
              <a:cxnSpLocks/>
            </p:cNvCxnSpPr>
            <p:nvPr userDrawn="1"/>
          </p:nvCxnSpPr>
          <p:spPr>
            <a:xfrm rot="5400000" flipV="1">
              <a:off x="-80433" y="1526375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F4A1861-F72E-C769-E152-D0EA6AE55A76}"/>
                </a:ext>
              </a:extLst>
            </p:cNvPr>
            <p:cNvCxnSpPr>
              <a:cxnSpLocks/>
            </p:cNvCxnSpPr>
            <p:nvPr userDrawn="1"/>
          </p:nvCxnSpPr>
          <p:spPr>
            <a:xfrm rot="5400000" flipV="1">
              <a:off x="-115603" y="1277142"/>
              <a:ext cx="0" cy="160867"/>
            </a:xfrm>
            <a:prstGeom prst="line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MIO_LOGOPLACEHOLDER#SMALL" hidden="1">
            <a:extLst>
              <a:ext uri="{FF2B5EF4-FFF2-40B4-BE49-F238E27FC236}">
                <a16:creationId xmlns:a16="http://schemas.microsoft.com/office/drawing/2014/main" id="{F19E4E4E-E52A-C331-279F-4F99B06B4688}"/>
              </a:ext>
            </a:extLst>
          </p:cNvPr>
          <p:cNvSpPr txBox="1"/>
          <p:nvPr userDrawn="1"/>
        </p:nvSpPr>
        <p:spPr>
          <a:xfrm>
            <a:off x="10382328" y="6553248"/>
            <a:ext cx="1160574" cy="1231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2"/>
                </a:solidFill>
              </a:rPr>
              <a:t>LOGO SWITCHER AREA</a:t>
            </a:r>
          </a:p>
        </p:txBody>
      </p:sp>
      <p:sp>
        <p:nvSpPr>
          <p:cNvPr id="27" name="empower - DO NOT DELETE!!!" hidden="1">
            <a:extLst>
              <a:ext uri="{FF2B5EF4-FFF2-40B4-BE49-F238E27FC236}">
                <a16:creationId xmlns:a16="http://schemas.microsoft.com/office/drawing/2014/main" id="{974FF0BA-A25B-1AA2-AF67-EA27186DE749}"/>
              </a:ext>
            </a:extLst>
          </p:cNvPr>
          <p:cNvSpPr/>
          <p:nvPr userDrawn="1">
            <p:custDataLst>
              <p:tags r:id="rId10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/>
          </a:p>
        </p:txBody>
      </p:sp>
      <p:sp>
        <p:nvSpPr>
          <p:cNvPr id="7" name="Masterfield: Proprietary &amp; Confidential Option" hidden="1">
            <a:extLst>
              <a:ext uri="{FF2B5EF4-FFF2-40B4-BE49-F238E27FC236}">
                <a16:creationId xmlns:a16="http://schemas.microsoft.com/office/drawing/2014/main" id="{6847D572-85C6-AE66-2E81-9C8845AF36F6}"/>
              </a:ext>
            </a:extLst>
          </p:cNvPr>
          <p:cNvSpPr txBox="1"/>
          <p:nvPr userDrawn="1">
            <p:custDataLst>
              <p:tags r:id="rId105"/>
            </p:custDataLst>
          </p:nvPr>
        </p:nvSpPr>
        <p:spPr>
          <a:xfrm>
            <a:off x="10525753" y="6692999"/>
            <a:ext cx="102431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16" name="Masterfield: Custom legal disclaimer field" hidden="1">
            <a:extLst>
              <a:ext uri="{FF2B5EF4-FFF2-40B4-BE49-F238E27FC236}">
                <a16:creationId xmlns:a16="http://schemas.microsoft.com/office/drawing/2014/main" id="{731005B1-8090-4F57-C509-6E77374E3892}"/>
              </a:ext>
            </a:extLst>
          </p:cNvPr>
          <p:cNvSpPr txBox="1"/>
          <p:nvPr userDrawn="1">
            <p:custDataLst>
              <p:tags r:id="rId106"/>
            </p:custDataLst>
          </p:nvPr>
        </p:nvSpPr>
        <p:spPr>
          <a:xfrm>
            <a:off x="7590720" y="6692999"/>
            <a:ext cx="39593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26" name="Masterfield: Custom Watermark" hidden="1">
            <a:extLst>
              <a:ext uri="{FF2B5EF4-FFF2-40B4-BE49-F238E27FC236}">
                <a16:creationId xmlns:a16="http://schemas.microsoft.com/office/drawing/2014/main" id="{A1CAD4F9-EA03-76B0-2E9D-FAB1AE1DE5AA}"/>
              </a:ext>
            </a:extLst>
          </p:cNvPr>
          <p:cNvSpPr txBox="1"/>
          <p:nvPr userDrawn="1">
            <p:custDataLst>
              <p:tags r:id="rId107"/>
            </p:custDataLst>
          </p:nvPr>
        </p:nvSpPr>
        <p:spPr>
          <a:xfrm rot="20694352">
            <a:off x="1339859" y="2316630"/>
            <a:ext cx="9582812" cy="288624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6000" b="1" dirty="0">
              <a:solidFill>
                <a:schemeClr val="tx1">
                  <a:alpha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40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3" r:id="rId2"/>
    <p:sldLayoutId id="2147483767" r:id="rId3"/>
    <p:sldLayoutId id="2147483758" r:id="rId4"/>
    <p:sldLayoutId id="2147483662" r:id="rId5"/>
    <p:sldLayoutId id="2147483759" r:id="rId6"/>
    <p:sldLayoutId id="2147483659" r:id="rId7"/>
    <p:sldLayoutId id="2147483663" r:id="rId8"/>
    <p:sldLayoutId id="2147483760" r:id="rId9"/>
    <p:sldLayoutId id="2147483660" r:id="rId10"/>
    <p:sldLayoutId id="2147483761" r:id="rId11"/>
    <p:sldLayoutId id="2147483661" r:id="rId12"/>
    <p:sldLayoutId id="2147483762" r:id="rId13"/>
    <p:sldLayoutId id="2147483763" r:id="rId14"/>
    <p:sldLayoutId id="2147483667" r:id="rId15"/>
    <p:sldLayoutId id="2147483666" r:id="rId16"/>
    <p:sldLayoutId id="2147483764" r:id="rId17"/>
    <p:sldLayoutId id="2147483665" r:id="rId18"/>
    <p:sldLayoutId id="2147483765" r:id="rId19"/>
    <p:sldLayoutId id="2147483681" r:id="rId20"/>
    <p:sldLayoutId id="2147483655" r:id="rId21"/>
    <p:sldLayoutId id="2147483720" r:id="rId22"/>
    <p:sldLayoutId id="2147483698" r:id="rId23"/>
    <p:sldLayoutId id="2147483699" r:id="rId24"/>
    <p:sldLayoutId id="2147483700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673" r:id="rId31"/>
    <p:sldLayoutId id="2147483685" r:id="rId32"/>
    <p:sldLayoutId id="2147483675" r:id="rId33"/>
    <p:sldLayoutId id="2147483677" r:id="rId34"/>
    <p:sldLayoutId id="2147483657" r:id="rId35"/>
    <p:sldLayoutId id="2147483694" r:id="rId36"/>
    <p:sldLayoutId id="2147483695" r:id="rId37"/>
    <p:sldLayoutId id="2147483696" r:id="rId38"/>
    <p:sldLayoutId id="2147483658" r:id="rId39"/>
    <p:sldLayoutId id="2147483650" r:id="rId40"/>
    <p:sldLayoutId id="2147483652" r:id="rId41"/>
    <p:sldLayoutId id="2147483653" r:id="rId42"/>
    <p:sldLayoutId id="2147483656" r:id="rId43"/>
    <p:sldLayoutId id="2147483654" r:id="rId44"/>
    <p:sldLayoutId id="2147483732" r:id="rId45"/>
    <p:sldLayoutId id="2147483705" r:id="rId46"/>
    <p:sldLayoutId id="2147483691" r:id="rId47"/>
    <p:sldLayoutId id="2147483703" r:id="rId48"/>
    <p:sldLayoutId id="2147483690" r:id="rId49"/>
    <p:sldLayoutId id="2147483722" r:id="rId50"/>
    <p:sldLayoutId id="2147483709" r:id="rId51"/>
    <p:sldLayoutId id="2147483768" r:id="rId52"/>
    <p:sldLayoutId id="2147483715" r:id="rId53"/>
    <p:sldLayoutId id="2147483766" r:id="rId54"/>
    <p:sldLayoutId id="2147483716" r:id="rId55"/>
    <p:sldLayoutId id="2147483769" r:id="rId56"/>
    <p:sldLayoutId id="2147483717" r:id="rId57"/>
    <p:sldLayoutId id="2147483770" r:id="rId58"/>
    <p:sldLayoutId id="2147483718" r:id="rId59"/>
    <p:sldLayoutId id="2147483771" r:id="rId60"/>
    <p:sldLayoutId id="2147483719" r:id="rId61"/>
    <p:sldLayoutId id="2147483772" r:id="rId62"/>
    <p:sldLayoutId id="2147483724" r:id="rId63"/>
    <p:sldLayoutId id="2147483773" r:id="rId64"/>
    <p:sldLayoutId id="2147483725" r:id="rId65"/>
    <p:sldLayoutId id="2147483774" r:id="rId66"/>
    <p:sldLayoutId id="2147483723" r:id="rId67"/>
    <p:sldLayoutId id="2147483775" r:id="rId68"/>
    <p:sldLayoutId id="2147483734" r:id="rId69"/>
    <p:sldLayoutId id="2147483683" r:id="rId70"/>
    <p:sldLayoutId id="2147483684" r:id="rId71"/>
    <p:sldLayoutId id="2147483726" r:id="rId72"/>
    <p:sldLayoutId id="2147483727" r:id="rId73"/>
    <p:sldLayoutId id="2147483728" r:id="rId74"/>
    <p:sldLayoutId id="2147483729" r:id="rId75"/>
    <p:sldLayoutId id="2147483730" r:id="rId76"/>
    <p:sldLayoutId id="2147483731" r:id="rId77"/>
    <p:sldLayoutId id="2147483737" r:id="rId78"/>
    <p:sldLayoutId id="2147483735" r:id="rId79"/>
    <p:sldLayoutId id="2147483736" r:id="rId80"/>
    <p:sldLayoutId id="2147483733" r:id="rId81"/>
    <p:sldLayoutId id="2147483706" r:id="rId82"/>
    <p:sldLayoutId id="2147483702" r:id="rId83"/>
    <p:sldLayoutId id="2147483704" r:id="rId84"/>
    <p:sldLayoutId id="2147483701" r:id="rId85"/>
    <p:sldLayoutId id="2147483674" r:id="rId86"/>
    <p:sldLayoutId id="2147483755" r:id="rId87"/>
    <p:sldLayoutId id="2147483756" r:id="rId88"/>
    <p:sldLayoutId id="2147483750" r:id="rId89"/>
    <p:sldLayoutId id="2147483751" r:id="rId90"/>
    <p:sldLayoutId id="2147483752" r:id="rId91"/>
    <p:sldLayoutId id="2147483753" r:id="rId92"/>
    <p:sldLayoutId id="2147483754" r:id="rId93"/>
    <p:sldLayoutId id="2147483651" r:id="rId94"/>
    <p:sldLayoutId id="2147483688" r:id="rId95"/>
    <p:sldLayoutId id="2147483689" r:id="rId96"/>
    <p:sldLayoutId id="2147483707" r:id="rId97"/>
    <p:sldLayoutId id="2147483697" r:id="rId98"/>
    <p:sldLayoutId id="2147483678" r:id="rId99"/>
    <p:sldLayoutId id="2147483679" r:id="rId100"/>
    <p:sldLayoutId id="2147483680" r:id="rId101"/>
    <p:sldLayoutId id="2147483692" r:id="rId10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p15="http://schemas.microsoft.com/office/powerpoint/2012/main" xmlns="">
      <p:transition/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13716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-173736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Century Gothic" panose="020B0502020202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640080" indent="-18288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Century Gothic" panose="020B0502020202020204" pitchFamily="34" charset="0"/>
        <a:buChar char="–"/>
        <a:defRPr sz="160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173736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Century Gothic" panose="020B0502020202020204" pitchFamily="34" charset="0"/>
        <a:buChar char="–"/>
        <a:defRPr sz="160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7392" userDrawn="1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4320" userDrawn="1">
          <p15:clr>
            <a:srgbClr val="F26B43"/>
          </p15:clr>
        </p15:guide>
        <p15:guide id="12" pos="7680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20" orient="horz" pos="1008" userDrawn="1">
          <p15:clr>
            <a:srgbClr val="F26B43"/>
          </p15:clr>
        </p15:guide>
        <p15:guide id="21" orient="horz" pos="8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aircAruvnKk" TargetMode="Externa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amarr-institute.org/blog/deep-neural-network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jZofJX0v4M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kylehoahoang/anime-semantic-searc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F78A-03A5-9522-D240-FBBB7D9F7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with Semantic Search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52F8D-0990-E11E-94C6-895E492C8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 the principles of AI &amp; ML with a noob-friendly semantic search project!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C13D7-4DA1-275E-F95B-980697EA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/>
              <a:t>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B5D9B-FE56-FA53-CDAA-D484604C4D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March 28</a:t>
            </a:r>
            <a:r>
              <a:rPr lang="en-US" baseline="30000" dirty="0"/>
              <a:t>th</a:t>
            </a:r>
            <a:r>
              <a:rPr lang="en-US" dirty="0"/>
              <a:t> , 2026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204A8B-C604-E982-B5CC-E52CB00DAE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Kyle Hoang | Ignite IT Digital Rotational Program</a:t>
            </a:r>
          </a:p>
        </p:txBody>
      </p:sp>
    </p:spTree>
    <p:extLst>
      <p:ext uri="{BB962C8B-B14F-4D97-AF65-F5344CB8AC3E}">
        <p14:creationId xmlns:p14="http://schemas.microsoft.com/office/powerpoint/2010/main" val="338480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F63544-6609-4EEB-AB91-311994052A2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/>
              <a:pPr/>
              <a:t>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A36FBB-5F8A-9518-B737-7A12C4C287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737CA-9F1C-2940-A500-0C75FDEF22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AI/ML Basics Crash Course:</a:t>
            </a:r>
          </a:p>
          <a:p>
            <a:pPr lvl="1"/>
            <a:r>
              <a:rPr lang="en-US" dirty="0"/>
              <a:t>What is artificial intelligence and machine learning?</a:t>
            </a:r>
          </a:p>
          <a:p>
            <a:pPr lvl="1"/>
            <a:r>
              <a:rPr lang="en-US" dirty="0"/>
              <a:t>What are transformers and embeddings?</a:t>
            </a:r>
          </a:p>
          <a:p>
            <a:pPr lvl="1"/>
            <a:r>
              <a:rPr lang="en-US" dirty="0"/>
              <a:t>What is BERT and vector databases?</a:t>
            </a:r>
          </a:p>
          <a:p>
            <a:r>
              <a:rPr lang="en-US" dirty="0"/>
              <a:t>Semantic Search Project</a:t>
            </a:r>
          </a:p>
          <a:p>
            <a:pPr lvl="1"/>
            <a:r>
              <a:rPr lang="en-US" dirty="0"/>
              <a:t>Guided hands-on creation of </a:t>
            </a:r>
            <a:r>
              <a:rPr lang="en-US" i="1" dirty="0"/>
              <a:t>your own AI-powered semantic search application</a:t>
            </a:r>
          </a:p>
          <a:p>
            <a:r>
              <a:rPr lang="en-US" dirty="0"/>
              <a:t>Requirements</a:t>
            </a:r>
          </a:p>
          <a:p>
            <a:pPr lvl="1"/>
            <a:r>
              <a:rPr lang="en-US" dirty="0"/>
              <a:t>A computer with Python and </a:t>
            </a:r>
            <a:r>
              <a:rPr lang="en-US" dirty="0" err="1"/>
              <a:t>VSCode</a:t>
            </a:r>
            <a:endParaRPr lang="en-US" dirty="0"/>
          </a:p>
          <a:p>
            <a:pPr lvl="2"/>
            <a:r>
              <a:rPr lang="en-US" dirty="0"/>
              <a:t>Or a fork like Windsurf</a:t>
            </a:r>
          </a:p>
          <a:p>
            <a:pPr lvl="1"/>
            <a:r>
              <a:rPr lang="en-US" dirty="0"/>
              <a:t>A present for me </a:t>
            </a:r>
          </a:p>
          <a:p>
            <a:pPr lvl="2"/>
            <a:r>
              <a:rPr lang="en-US" dirty="0"/>
              <a:t>Just kidding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0D84B-9554-6A98-89D9-73B3115E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this workshop</a:t>
            </a:r>
          </a:p>
        </p:txBody>
      </p:sp>
      <p:pic>
        <p:nvPicPr>
          <p:cNvPr id="3078" name="Picture 6" descr="Vscode (@vscode) • Facebook">
            <a:extLst>
              <a:ext uri="{FF2B5EF4-FFF2-40B4-BE49-F238E27FC236}">
                <a16:creationId xmlns:a16="http://schemas.microsoft.com/office/drawing/2014/main" id="{DE03D061-9C17-B7B4-AEAB-8957CFF51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990" y="2357437"/>
            <a:ext cx="2143125" cy="21431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Events for December 2022 – Digital Initiatives at the Grad Center">
            <a:extLst>
              <a:ext uri="{FF2B5EF4-FFF2-40B4-BE49-F238E27FC236}">
                <a16:creationId xmlns:a16="http://schemas.microsoft.com/office/drawing/2014/main" id="{80B2625A-D3D4-373F-C1B1-0AFEF8907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982" y="3731686"/>
            <a:ext cx="3547424" cy="199542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Google BERT And What To Do About It | Upgrow">
            <a:extLst>
              <a:ext uri="{FF2B5EF4-FFF2-40B4-BE49-F238E27FC236}">
                <a16:creationId xmlns:a16="http://schemas.microsoft.com/office/drawing/2014/main" id="{F2FB8C87-D550-F16A-0ADB-22A21F9EB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143" y="1358900"/>
            <a:ext cx="2737204" cy="12441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573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A4451-E544-FABB-3D4B-B9D5B6E8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9041C-3CA9-2844-2604-AF45EB15D1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What is Artificial Intelligence (AI)?</a:t>
            </a:r>
          </a:p>
          <a:p>
            <a:pPr lvl="1"/>
            <a:r>
              <a:rPr lang="en-US" dirty="0"/>
              <a:t>Ability for computers to imitate cognitive human functions such as learning and problem-solving.</a:t>
            </a:r>
          </a:p>
          <a:p>
            <a:pPr lvl="2"/>
            <a:r>
              <a:rPr lang="en-US" dirty="0"/>
              <a:t>Math and logic to simulate REASONING to learn from </a:t>
            </a:r>
            <a:r>
              <a:rPr lang="en-US" u="sng" dirty="0"/>
              <a:t>new information</a:t>
            </a:r>
            <a:r>
              <a:rPr lang="en-US" dirty="0"/>
              <a:t> and </a:t>
            </a:r>
            <a:r>
              <a:rPr lang="en-US" u="sng" dirty="0"/>
              <a:t>make decisions.</a:t>
            </a:r>
          </a:p>
          <a:p>
            <a:pPr lvl="3"/>
            <a:r>
              <a:rPr lang="en-US" dirty="0"/>
              <a:t>In tech we think of </a:t>
            </a:r>
            <a:r>
              <a:rPr lang="en-US" b="1" dirty="0">
                <a:highlight>
                  <a:srgbClr val="FFFF00"/>
                </a:highlight>
              </a:rPr>
              <a:t>systems capable of problem-solving, reasoning, adapting, and generalized learning.</a:t>
            </a:r>
          </a:p>
          <a:p>
            <a:r>
              <a:rPr lang="en-US" dirty="0"/>
              <a:t>What is Machine Learning (ML)?</a:t>
            </a:r>
          </a:p>
          <a:p>
            <a:pPr lvl="2"/>
            <a:r>
              <a:rPr lang="en-US" dirty="0"/>
              <a:t>Teaching computers to:</a:t>
            </a:r>
          </a:p>
          <a:p>
            <a:pPr marL="800100" lvl="3" indent="-342900">
              <a:buFont typeface="+mj-lt"/>
              <a:buAutoNum type="arabicPeriod"/>
            </a:pPr>
            <a:r>
              <a:rPr lang="en-US" dirty="0"/>
              <a:t>Extract patterns from collected data</a:t>
            </a:r>
          </a:p>
          <a:p>
            <a:pPr marL="800100" lvl="3" indent="-342900">
              <a:buFont typeface="+mj-lt"/>
              <a:buAutoNum type="arabicPeriod"/>
            </a:pPr>
            <a:r>
              <a:rPr lang="en-US" dirty="0"/>
              <a:t>Apply them to new tasks.</a:t>
            </a:r>
          </a:p>
          <a:p>
            <a:pPr lvl="2"/>
            <a:r>
              <a:rPr lang="en-US" b="1" dirty="0"/>
              <a:t>Subset</a:t>
            </a:r>
            <a:r>
              <a:rPr lang="en-US" dirty="0"/>
              <a:t> of AI.</a:t>
            </a:r>
          </a:p>
          <a:p>
            <a:pPr lvl="3"/>
            <a:r>
              <a:rPr lang="en-US" dirty="0"/>
              <a:t>ML studies patterns on data which data scientists </a:t>
            </a:r>
            <a:r>
              <a:rPr lang="en-US" b="1" dirty="0">
                <a:highlight>
                  <a:srgbClr val="FFFF00"/>
                </a:highlight>
              </a:rPr>
              <a:t>use to improve AI.</a:t>
            </a:r>
          </a:p>
          <a:p>
            <a:pPr lvl="2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C5961-29D4-7CD5-C7A6-7CF24EDB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Basics: What is artificial intelligence and machine learning?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727E9-62F0-40DF-8FF6-53B5F75533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https://www.youtube.com/watch?v=aircAruvnKk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E97E4F-923F-EB24-1F3B-3C9D3F3278A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551613" y="1981247"/>
            <a:ext cx="5183187" cy="37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37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C959D9-0016-8DA9-BB51-2512C319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B60D-0AC1-DACE-0F8C-09B17CD7F16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dirty="0"/>
              <a:t>Modern machine learning is built on </a:t>
            </a:r>
            <a:r>
              <a:rPr lang="en-US" b="1" dirty="0"/>
              <a:t>neural networks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Neural networks is a subset of ML</a:t>
            </a:r>
          </a:p>
          <a:p>
            <a:pPr lvl="3"/>
            <a:r>
              <a:rPr lang="en-US" dirty="0">
                <a:highlight>
                  <a:srgbClr val="FFFF00"/>
                </a:highlight>
              </a:rPr>
              <a:t>The foundation for </a:t>
            </a:r>
            <a:r>
              <a:rPr lang="en-US" u="sng" dirty="0">
                <a:highlight>
                  <a:srgbClr val="FFFF00"/>
                </a:highlight>
              </a:rPr>
              <a:t>Deep Learning.</a:t>
            </a:r>
          </a:p>
          <a:p>
            <a:pPr lvl="2"/>
            <a:r>
              <a:rPr lang="en-US" dirty="0"/>
              <a:t>In neural network we </a:t>
            </a:r>
            <a:r>
              <a:rPr lang="en-US" b="1" i="1" dirty="0"/>
              <a:t>assign weights to nodes. </a:t>
            </a:r>
          </a:p>
          <a:p>
            <a:pPr lvl="3"/>
            <a:r>
              <a:rPr lang="en-US" dirty="0"/>
              <a:t>The output of a neural network is a sum of an input multiplied by the weights of the node which will map to a certain output.</a:t>
            </a:r>
          </a:p>
          <a:p>
            <a:pPr lvl="1"/>
            <a:r>
              <a:rPr lang="en-US" dirty="0"/>
              <a:t>What differentiates deep learning from traditional machine learning:</a:t>
            </a:r>
          </a:p>
          <a:p>
            <a:pPr lvl="2"/>
            <a:r>
              <a:rPr lang="en-US" dirty="0"/>
              <a:t>Lack of necessity for human supervision</a:t>
            </a:r>
          </a:p>
          <a:p>
            <a:pPr lvl="2"/>
            <a:r>
              <a:rPr lang="en-US" dirty="0"/>
              <a:t>Number of layers of neural networks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B07EAC-5777-DB47-A759-0E230F37240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554448" y="329638"/>
            <a:ext cx="5183187" cy="367142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26A999C-A7E6-B5CC-4A2A-15FD0FE8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Learning? Neural Networks?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0D9BCE-9A3A-2BE9-0B79-2ADA68B067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https://lamarr-institute.org/blog/deep-neural-networks/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562CAC-67D7-C256-297E-0A7A3F9DA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22" y="4001062"/>
            <a:ext cx="5126356" cy="256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61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2052-2AC2-49FE-6611-0C9EECD3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transformers?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9B4D5-E7FE-7BA8-9E42-E2796348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86259-7C2C-456C-9FF1-9627CF030E1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9C685-986C-7402-0758-68E7780244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b="1" dirty="0"/>
              <a:t>Type of neural network</a:t>
            </a:r>
            <a:r>
              <a:rPr lang="en-US" dirty="0"/>
              <a:t> with specific architecture that is dominant in modern machine learning</a:t>
            </a:r>
          </a:p>
          <a:p>
            <a:pPr lvl="2"/>
            <a:r>
              <a:rPr lang="en-US" dirty="0"/>
              <a:t>Excel at NLP, translation, vision, audio, image generation, etc.</a:t>
            </a:r>
          </a:p>
          <a:p>
            <a:pPr lvl="2"/>
            <a:r>
              <a:rPr lang="en-US" dirty="0"/>
              <a:t>The “T” in GPT (Generative Pre-Trained Transformer)</a:t>
            </a:r>
          </a:p>
          <a:p>
            <a:pPr lvl="1"/>
            <a:r>
              <a:rPr lang="en-US" dirty="0"/>
              <a:t>Successor to: </a:t>
            </a:r>
          </a:p>
          <a:p>
            <a:pPr lvl="2"/>
            <a:r>
              <a:rPr lang="en-US" dirty="0"/>
              <a:t>Recurrent Neural Networks (RNNs)</a:t>
            </a:r>
          </a:p>
          <a:p>
            <a:pPr lvl="2"/>
            <a:r>
              <a:rPr lang="en-US" dirty="0"/>
              <a:t>Convolutional Neural Networks (CNNs)</a:t>
            </a:r>
          </a:p>
          <a:p>
            <a:pPr lvl="2"/>
            <a:r>
              <a:rPr lang="en-US" dirty="0"/>
              <a:t>These NNs processed data in a serially</a:t>
            </a:r>
          </a:p>
          <a:p>
            <a:pPr lvl="4"/>
            <a:r>
              <a:rPr lang="en-US" dirty="0"/>
              <a:t>Hindered the ability to capture long-range dependencies in NLP.</a:t>
            </a:r>
            <a:endParaRPr lang="en-US" b="1" dirty="0"/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The Big Cheese: Self-attention mechanism</a:t>
            </a:r>
          </a:p>
          <a:p>
            <a:pPr lvl="2"/>
            <a:r>
              <a:rPr lang="en-US" dirty="0"/>
              <a:t>Contains self-attention mechanism where it </a:t>
            </a:r>
            <a:r>
              <a:rPr lang="en-US" b="1" dirty="0"/>
              <a:t>focuses on all parts of the input simultaneously.</a:t>
            </a:r>
          </a:p>
          <a:p>
            <a:pPr lvl="2"/>
            <a:r>
              <a:rPr lang="en-US" dirty="0"/>
              <a:t>Make decisions about </a:t>
            </a:r>
            <a:r>
              <a:rPr lang="en-US" b="1" i="1" dirty="0"/>
              <a:t>how and when to focus on specific time steps </a:t>
            </a:r>
            <a:r>
              <a:rPr lang="en-US" dirty="0"/>
              <a:t>of that sequence which </a:t>
            </a:r>
          </a:p>
          <a:p>
            <a:pPr lvl="3"/>
            <a:r>
              <a:rPr lang="en-US" dirty="0"/>
              <a:t>improves its ability to understand long-range dependencies and </a:t>
            </a:r>
            <a:r>
              <a:rPr lang="en-US" i="1" dirty="0"/>
              <a:t>allowing for parallelization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Transformers </a:t>
            </a:r>
            <a:r>
              <a:rPr lang="en-US" b="1" dirty="0"/>
              <a:t>can take full advantage of GPUs</a:t>
            </a:r>
            <a:r>
              <a:rPr lang="en-US" dirty="0"/>
              <a:t> during training since GPUs are designed to excel at parallel workflows.</a:t>
            </a:r>
          </a:p>
          <a:p>
            <a:pPr lvl="3"/>
            <a:r>
              <a:rPr lang="en-US" dirty="0"/>
              <a:t>More power = larger datasets!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3A988-1BF7-2DD6-A97E-279C73B557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https://www.youtube.com/watch?v=wjZofJX0v4M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935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EA625-8DC4-2FD8-2722-52577C9D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0896" y="6547104"/>
            <a:ext cx="365760" cy="1371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286259-7C2C-456C-9FF1-9627CF030E1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EBC41-D581-9D3C-6555-D7B1FB12FD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58900"/>
            <a:ext cx="5212080" cy="5041900"/>
          </a:xfrm>
        </p:spPr>
        <p:txBody>
          <a:bodyPr>
            <a:normAutofit/>
          </a:bodyPr>
          <a:lstStyle/>
          <a:p>
            <a:r>
              <a:rPr lang="en-US" dirty="0"/>
              <a:t>BERT = Bidirectional Encoder Representations from Transformers</a:t>
            </a:r>
          </a:p>
          <a:p>
            <a:r>
              <a:rPr lang="en-US" dirty="0"/>
              <a:t>Transformer model that uses </a:t>
            </a:r>
            <a:r>
              <a:rPr lang="en-US" u="sng" dirty="0"/>
              <a:t>only the encoder portion of transformer architecture. </a:t>
            </a:r>
          </a:p>
          <a:p>
            <a:r>
              <a:rPr lang="en-US" dirty="0"/>
              <a:t>Developed by Google </a:t>
            </a:r>
          </a:p>
          <a:p>
            <a:pPr lvl="1"/>
            <a:r>
              <a:rPr lang="en-US" dirty="0"/>
              <a:t>The backbone of modern enterprise search, especially when integrated with RAG.</a:t>
            </a:r>
          </a:p>
          <a:p>
            <a:pPr lvl="1"/>
            <a:r>
              <a:rPr lang="en-US" dirty="0"/>
              <a:t>Integrated into Google Search in 2019.</a:t>
            </a:r>
          </a:p>
          <a:p>
            <a:r>
              <a:rPr lang="en-US" dirty="0"/>
              <a:t>Trained to </a:t>
            </a:r>
            <a:r>
              <a:rPr lang="en-US" i="1" dirty="0"/>
              <a:t>understand</a:t>
            </a:r>
            <a:r>
              <a:rPr lang="en-US" dirty="0"/>
              <a:t> text rather than generate it</a:t>
            </a:r>
          </a:p>
          <a:p>
            <a:r>
              <a:rPr lang="en-US" dirty="0"/>
              <a:t>BERT </a:t>
            </a:r>
            <a:r>
              <a:rPr lang="en-US" u="sng" dirty="0"/>
              <a:t>reads in both directions simultaneously</a:t>
            </a:r>
            <a:r>
              <a:rPr lang="en-US" dirty="0"/>
              <a:t> using Masked Language Modeling (MLM)</a:t>
            </a:r>
          </a:p>
          <a:p>
            <a:pPr lvl="1"/>
            <a:r>
              <a:rPr lang="en-US" dirty="0"/>
              <a:t>During training, random tokens are masked and model is tasked to predict them using context from both sides 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BERT has a richer, more contextual understanding of meaning.</a:t>
            </a:r>
          </a:p>
          <a:p>
            <a:pPr lvl="4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2AA1E-D074-818E-DD08-5D20F904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5180355" cy="667512"/>
          </a:xfrm>
        </p:spPr>
        <p:txBody>
          <a:bodyPr anchor="t">
            <a:normAutofit/>
          </a:bodyPr>
          <a:lstStyle/>
          <a:p>
            <a:r>
              <a:rPr lang="en-US" dirty="0"/>
              <a:t>BERT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9B2D368-0442-6359-7D1B-69FD8C754C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48444"/>
            <a:ext cx="5212080" cy="1371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What Is a Vector Database? An Illustrative Guide">
            <a:extLst>
              <a:ext uri="{FF2B5EF4-FFF2-40B4-BE49-F238E27FC236}">
                <a16:creationId xmlns:a16="http://schemas.microsoft.com/office/drawing/2014/main" id="{758380D0-5062-3B84-6B9F-877DCFDA5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469" y="2186273"/>
            <a:ext cx="5699307" cy="24854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6467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9E362A-6ECF-0C4F-A878-5E7E45A4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0896" y="6547104"/>
            <a:ext cx="365760" cy="1371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286259-7C2C-456C-9FF1-9627CF030E1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78AF-03A2-0A67-B137-648A7AA0A5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58900"/>
            <a:ext cx="5212080" cy="504190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Classic keyword search tries to match exact terms.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Semantic search seeks </a:t>
            </a:r>
            <a:r>
              <a:rPr lang="en-US" b="1" dirty="0">
                <a:highlight>
                  <a:srgbClr val="FFFF00"/>
                </a:highlight>
              </a:rPr>
              <a:t>to understand intent and meaning</a:t>
            </a:r>
            <a:r>
              <a:rPr lang="en-US" dirty="0">
                <a:highlight>
                  <a:srgbClr val="FFFF00"/>
                </a:highlight>
              </a:rPr>
              <a:t> by </a:t>
            </a:r>
            <a:r>
              <a:rPr lang="en-US" i="1" dirty="0">
                <a:highlight>
                  <a:srgbClr val="FFFF00"/>
                </a:highlight>
              </a:rPr>
              <a:t>converting text into dense vector embeddings</a:t>
            </a:r>
            <a:r>
              <a:rPr lang="en-US" dirty="0"/>
              <a:t> which are </a:t>
            </a:r>
            <a:r>
              <a:rPr lang="en-US" u="sng" dirty="0"/>
              <a:t>numerical representations of the input.</a:t>
            </a:r>
          </a:p>
          <a:p>
            <a:pPr lvl="2"/>
            <a:r>
              <a:rPr lang="en-US" dirty="0"/>
              <a:t>E.g., car and automobile would end up close in a vector space</a:t>
            </a:r>
          </a:p>
          <a:p>
            <a:pPr lvl="2"/>
            <a:r>
              <a:rPr lang="en-US" dirty="0"/>
              <a:t>A query like </a:t>
            </a:r>
            <a:r>
              <a:rPr lang="en-US" i="1" dirty="0"/>
              <a:t>"how do I fix low voltage"</a:t>
            </a:r>
            <a:r>
              <a:rPr lang="en-US" dirty="0"/>
              <a:t> can match a document about </a:t>
            </a:r>
            <a:r>
              <a:rPr lang="en-US" i="1" dirty="0"/>
              <a:t>"troubleshooting power drops"</a:t>
            </a:r>
            <a:r>
              <a:rPr lang="en-US" dirty="0"/>
              <a:t> without shared keywords</a:t>
            </a:r>
          </a:p>
          <a:p>
            <a:r>
              <a:rPr lang="en-US" b="0" dirty="0"/>
              <a:t>Encode query → embedding vector</a:t>
            </a:r>
          </a:p>
          <a:p>
            <a:r>
              <a:rPr lang="en-US" b="0" dirty="0"/>
              <a:t>Encode documents → embedding vectors</a:t>
            </a:r>
          </a:p>
          <a:p>
            <a:r>
              <a:rPr lang="en-US" b="0" dirty="0"/>
              <a:t>Retrieve by </a:t>
            </a:r>
            <a:r>
              <a:rPr lang="en-US" dirty="0"/>
              <a:t>cosine similarity</a:t>
            </a:r>
            <a:r>
              <a:rPr lang="en-US" b="0" dirty="0"/>
              <a:t> rather than keyword overlap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74E972-A503-B62D-AC8C-399A7C432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575" y="1453277"/>
            <a:ext cx="5182225" cy="3951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1795EB-ED37-FBDB-74BC-CFA6AC4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5180355" cy="6675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BERT + Semantic Search</a:t>
            </a:r>
            <a:br>
              <a:rPr lang="en-US" dirty="0"/>
            </a:b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5CFB6C7-80F5-3DBD-16BB-8B91A7F6F1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48444"/>
            <a:ext cx="5212080" cy="137160"/>
          </a:xfrm>
        </p:spPr>
        <p:txBody>
          <a:bodyPr/>
          <a:lstStyle/>
          <a:p>
            <a:r>
              <a:rPr lang="en-US" dirty="0"/>
              <a:t>https://corpling.hypotheses.org/495</a:t>
            </a:r>
          </a:p>
        </p:txBody>
      </p:sp>
    </p:spTree>
    <p:extLst>
      <p:ext uri="{BB962C8B-B14F-4D97-AF65-F5344CB8AC3E}">
        <p14:creationId xmlns:p14="http://schemas.microsoft.com/office/powerpoint/2010/main" val="1709143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7C71-946D-8A32-1D68-FF62BC94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https://github.com/kylehoahoang/anime-semantic-search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C7106-D028-FC74-B594-23064213E9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C9775-98FA-5063-63F6-2AEC7370E9A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1286259-7C2C-456C-9FF1-9627CF030E1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 descr="GitHub Logo and symbol, meaning, history, PNG, brand">
            <a:extLst>
              <a:ext uri="{FF2B5EF4-FFF2-40B4-BE49-F238E27FC236}">
                <a16:creationId xmlns:a16="http://schemas.microsoft.com/office/drawing/2014/main" id="{FA8AB535-1F13-911A-1580-615E9A66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379" y="2210276"/>
            <a:ext cx="4333241" cy="243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913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ENTATION_LANGUAGE" val="1033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0igMowlFKRCiZR0b/bDgm8EAAAAAAADAAAAAAADAAAAAwADAAAAAAD///////8DAAAAAAD///////8DAAEA////////BQAAAAMAEAALQrTgyyUenE+f8k4KZgtQmAQAAAABAAMAAAACAAMAAAAEAAQAAQD///////8FAAAABAAQAAtaWlj3R30dR62CEwIrktU/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SKAyjCUUpEKJlHRv9sOCbwNEYXRhABsAAAAETGlua2VkU2hhcGVEYXRhAAUAAAAAAAJOYW1lABkAAABMaW5rZWRTaGFwZXNEYXRhUHJvcGVydHkAEFZlcnNpb24AAQAAAAlMYXN0V3JpdGUAyPnZ4ZkBAAAAAQD/////gwCDAAAABV9pZAAQAAAABEK04MslHpxPn/JOCmYLUJgDRGF0YQAbAAAABExpbmtlZFNoYXBlRGF0YQAFAAAAAAACTmFtZQAZAAAATGlua2VkU2hhcGVzRGF0YVByb3BlcnR5ABBWZXJzaW9uAAAAAAAJTGFzdFdyaXRlAJj52eGZAQAAAAIA/////8YAxgAAAAVfaWQAEAAAAARaWlj3R30dR62CEwIrktU/A0RhdGEAUwAAAAhQcmVzZW50YXRpb25TY2FubmVkRm9yTGlua2VkU2hhcGVzAAACTnVtYmVyRm9ybWF0U2VwYXJhdG9yTW9kZQAKAAAAQXV0b21hdGljAAACTmFtZQAkAAAATGlua2VkU2hhcGVQcmVzZW50YXRpb25TZXR0aW5nc0RhdGEAEFZlcnNpb24AAAAAAAlMYXN0V3JpdGUA2/nZ4Zk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GgAGTGlua2VkU2hhcGVzRGF0YVByb3BlcnR5XzEEAAAAAAAFAAAAAwAFAAAAAQAFAAAAAAD///////8FAAAAAAD///////8DAAEBAwAAAAMA////////GgAGTGlua2VkU2hhcGVzRGF0YVByb3BlcnR5XzAEAAAAAQAFAAAABAAFAAAAAgAEAAEBAwAAAAQA////////JQAGTGlua2VkU2hhcGVQcmVzZW50YXRpb25TZXR0aW5nc0RhdGFfMAQ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960275830702037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SHOW_DATE" val="False"/>
  <p:tag name="MIO_SHOW_FOOTER" val="False"/>
  <p:tag name="MIO_SHOW_PAGENUMBER" val="True"/>
  <p:tag name="MIO_AVOID_BLANK_LAYOUT" val="True"/>
  <p:tag name="MIO_CD_LAYOUT_VALID_AREA" val="False"/>
  <p:tag name="MIO_EMBED_FONT" val="False"/>
  <p:tag name="MIO_MATCH_COLOR_SCHEME" val="True"/>
  <p:tag name="MIO_NUMBER_OF_VALID_LAYOUTS" val="102"/>
  <p:tag name="MIO_FALLBACK_LAYOUT" val="21"/>
  <p:tag name="MIO_EKGUID" val="b92d52cd-3da3-4cea-a561-3989dd215551"/>
  <p:tag name="MIO_VERSION" val="27.01.2026 15:08:44"/>
  <p:tag name="MIO_DBID" val="5301834A-B855-4702-B1EC-2C598E341CDE"/>
  <p:tag name="MIO_OBJECTNAME" val="2025 NEE Template"/>
  <p:tag name="MIO_LASTDOWNLOADED" val="29.01.2026 13:57:11.597"/>
  <p:tag name="MIO_CONTENTTAG" val="vfcYxs4+QEut7ukk3lYTyg=="/>
  <p:tag name="MIO_CDID" val="514ab347-45a0-4255-9f1a-2115465b64c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Title SlideMIOPlaceholderMapping.1MIOPlaceholderMapping-NEE ThemeMIOPlaceholderMapping.CoverMIOPlaceholderMapping.1MIOPlaceholderMapping;2_FPLGROUP_FinalMIOPlaceholderMapping.Title SlideMIOPlaceholderMapping.1MIOPlaceholderMapping.Rectangle 2MIOPlaceholderMapping.0MIOPlaceholderMapping-NEE ThemeMIOPlaceholderMapping.CoverMIOPlaceholderMapping.1MIOPlaceholderMapping.Title 1MIOPlaceholderMapping.0MIOPlaceholderMapping;2_FPLGROUP_FinalMIOPlaceholderMapping.Title SlideMIOPlaceholderMapping.1MIOPlaceholderMapping.Rectangle 3MIOPlaceholderMapping.1MIOPlaceholderMapping-NEE ThemeMIOPlaceholderMapping.CoverMIOPlaceholderMapping.1MIOPlaceholderMapping.MIO_CONVERT_SLIDES_SUBTITLEMIOPlaceholderMapping.1MIOPlaceholderMapping;2_FPLGROUP_FinalMIOPlaceholderMapping.Title SlideMIOPlaceholderMapping.1MIOPlaceholderMapping.Rectangle 4MIOPlaceholderMapping.10MIOPlaceholderMapping-NEE ThemeMIOPlaceholderMapping.CoverMIOPlaceholderMapping.1MIOPlaceholderMapping.Date of PresentationMIOPlaceholderMapping.19MIOPlaceholderMapping;2_FPLGROUP_FinalMIOPlaceholderMapping.Title SlideMIOPlaceholderMapping.1MIOPlaceholderMapping.Rectangle 11MIOPlaceholderMapping.11MIOPlaceholderMapping-NEE ThemeMIOPlaceholderMapping.CoverMIOPlaceholderMapping.1MIOPlaceholderMapping.Name of PresenterMIOPlaceholderMapping.20MIOPlaceholderMapping;2_neep_v2_2 logosMIOPlaceholderMapping.1_Title Slide-2 logosMIOPlaceholderMapping.1MIOPlaceholderMapping-NEE ThemeMIOPlaceholderMapping.CoverMIOPlaceholderMapping.1MIOPlaceholderMapping;2_neep_v2_2 logosMIOPlaceholderMapping.1_Title Slide-2 logosMIOPlaceholderMapping.1MIOPlaceholderMapping.Rectangle 2MIOPlaceholderMapping.0MIOPlaceholderMapping-NEE ThemeMIOPlaceholderMapping.CoverMIOPlaceholderMapping.1MIOPlaceholderMapping.Title 1MIOPlaceholderMapping.0MIOPlaceholderMapping;2_neep_v2_2 logosMIOPlaceholderMapping.1_Title Slide-2 logosMIOPlaceholderMapping.1MIOPlaceholderMapping.Rectangle 3MIOPlaceholderMapping.1MIOPlaceholderMapping-NEE ThemeMIOPlaceholderMapping.CoverMIOPlaceholderMapping.1MIOPlaceholderMapping.MIO_CONVERT_SLIDES_SUBTITLEMIOPlaceholderMapping.1MIOPlaceholderMapping;neep_v2MIOPlaceholderMapping.Title SlideMIOPlaceholderMapping.1MIOPlaceholderMapping-NEE ThemeMIOPlaceholderMapping.CoverMIOPlaceholderMapping.1MIOPlaceholderMapping;neep_v2MIOPlaceholderMapping.Title SlideMIOPlaceholderMapping.1MIOPlaceholderMapping.Rectangle 2MIOPlaceholderMapping.0MIOPlaceholderMapping-NEE ThemeMIOPlaceholderMapping.CoverMIOPlaceholderMapping.1MIOPlaceholderMapping.Title 1MIOPlaceholderMapping.0MIOPlaceholderMapping;neep_v2MIOPlaceholderMapping.Title SlideMIOPlaceholderMapping.1MIOPlaceholderMapping.Rectangle 3MIOPlaceholderMapping.1MIOPlaceholderMapping-NEE ThemeMIOPlaceholderMapping.CoverMIOPlaceholderMapping.1MIOPlaceholderMapping.MIO_CONVERT_SLIDES_SUBTITLEMIOPlaceholderMapping.1MIOPlaceholderMapping;neep_v2MIOPlaceholderMapping.Title SlideMIOPlaceholderMapping.1MIOPlaceholderMapping.Rectangle 4MIOPlaceholderMapping.10MIOPlaceholderMapping-NEE ThemeMIOPlaceholderMapping.CoverMIOPlaceholderMapping.1MIOPlaceholderMapping.Date of PresentationMIOPlaceholderMapping.19MIOPlaceholderMapping;8_blankMIOPlaceholderMapping.Title SlideMIOPlaceholderMapping.1MIOPlaceholderMapping-NEE ThemeMIOPlaceholderMapping.CoverMIOPlaceholderMapping.1MIOPlaceholderMapping;8_blankMIOPlaceholderMapping.Title SlideMIOPlaceholderMapping.1MIOPlaceholderMapping.Rectangle 3MIOPlaceholderMapping.1MIOPlaceholderMapping-NEE ThemeMIOPlaceholderMapping.CoverMIOPlaceholderMapping.1MIOPlaceholderMapping.MIO_CONVERT_SLIDES_SUBTITLEMIOPlaceholderMapping.1MIOPlaceholderMapping;8_blankMIOPlaceholderMapping.Title SlideMIOPlaceholderMapping.1MIOPlaceholderMapping.Rectangle 4MIOPlaceholderMapping.2MIOPlaceholderMapping-NEE ThemeMIOPlaceholderMapping.CoverMIOPlaceholderMapping.1MIOPlaceholderMapping.Date of PresentationMIOPlaceholderMapping.19MIOPlaceholderMapping;7_neep_v2_2 logosMIOPlaceholderMapping.1_Title Slide-2 logosMIOPlaceholderMapping.1MIOPlaceholderMapping-NEE ThemeMIOPlaceholderMapping.CoverMIOPlaceholderMapping.1MIOPlaceholderMapping;7_neep_v2_2 logosMIOPlaceholderMapping.1_Title Slide-2 logosMIOPlaceholderMapping.1MIOPlaceholderMapping.Rectangle 2MIOPlaceholderMapping.0MIOPlaceholderMapping-NEE ThemeMIOPlaceholderMapping.CoverMIOPlaceholderMapping.1MIOPlaceholderMapping.Title 1MIOPlaceholderMapping.0MIOPlaceholderMapping;7_neep_v2_2 logosMIOPlaceholderMapping.1_Title Slide-2 logosMIOPlaceholderMapping.1MIOPlaceholderMapping.Rectangle 3MIOPlaceholderMapping.1MIOPlaceholderMapping-NEE ThemeMIOPlaceholderMapping.CoverMIOPlaceholderMapping.1MIOPlaceholderMapping.MIO_CONVERT_SLIDES_SUBTITLEMIOPlaceholderMapping.1MIOPlaceholderMapping;7_neep_v2_2 logosMIOPlaceholderMapping.1_Title SlideMIOPlaceholderMapping.16MIOPlaceholderMapping-NEE ThemeMIOPlaceholderMapping.CoverMIOPlaceholderMapping.1MIOPlaceholderMapping;7_neep_v2_2 logosMIOPlaceholderMapping.1_Title SlideMIOPlaceholderMapping.16MIOPlaceholderMapping.Rectangle 2MIOPlaceholderMapping.0MIOPlaceholderMapping-NEE ThemeMIOPlaceholderMapping.CoverMIOPlaceholderMapping.1MIOPlaceholderMapping.Title 1MIOPlaceholderMapping.0MIOPlaceholderMapping;7_neep_v2_2 logosMIOPlaceholderMapping.1_Title SlideMIOPlaceholderMapping.16MIOPlaceholderMapping.Rectangle 3MIOPlaceholderMapping.1MIOPlaceholderMapping-NEE ThemeMIOPlaceholderMapping.CoverMIOPlaceholderMapping.1MIOPlaceholderMapping.MIO_CONVERT_SLIDES_SUBTITLEMIOPlaceholderMapping.1MIOPlaceholderMapping;7_neep_v2_2 logosMIOPlaceholderMapping.1_Title SlideMIOPlaceholderMapping.16MIOPlaceholderMapping.Rectangle 4MIOPlaceholderMapping.10MIOPlaceholderMapping-NEE ThemeMIOPlaceholderMapping.CoverMIOPlaceholderMapping.1MIOPlaceholderMapping.Date of PresentationMIOPlaceholderMapping.19MIOPlaceholderMapping;empower_Internal_4x3MIOPlaceholderMapping.Title SlideMIOPlaceholderMapping.1MIOPlaceholderMapping.TitleMIOPlaceholderMapping.0MIOPlaceholderMapping-NEE ThemeMIOPlaceholderMapping.CoverMIOPlaceholderMapping.1MIOPlaceholderMapping.Title 1MIOPlaceholderMapping.0MIOPlaceholderMapping;empower_Internal_4x3MIOPlaceholderMapping.Title SlideMIOPlaceholderMapping.1MIOPlaceholderMapping.Sub-TitleMIOPlaceholderMapping.1MIOPlaceholderMapping-NEE ThemeMIOPlaceholderMapping.CoverMIOPlaceholderMapping.1MIOPlaceholderMapping.Name of PresenterMIOPlaceholderMapping.20MIOPlaceholderMapping;empower_Internal_4x3MIOPlaceholderMapping.Title SlideMIOPlaceholderMapping.1MIOPlaceholderMapping.DraftMIOPlaceholderMapping.11MIOPlaceholderMapping-NEE ThemeMIOPlaceholderMapping.CoverMIOPlaceholderMapping.1MIOPlaceholderMapping.Date of PresentationMIOPlaceholderMapping.19MIOPlaceholderMapping;NextEra Energy BlueMIOPlaceholderMapping.Presentation TitleMIOPlaceholderMapping.1MIOPlaceholderMapping.Title 1MIOPlaceholderMapping.0MIOPlaceholderMapping-NEE ThemeMIOPlaceholderMapping.CoverMIOPlaceholderMapping.1MIOPlaceholderMapping.Title 1MIOPlaceholderMapping.0MIOPlaceholderMapping;NextEra Energy BlueMIOPlaceholderMapping.Presentation TitleMIOPlaceholderMapping.1MIOPlaceholderMapping.Presenter NameMIOPlaceholderMapping.12MIOPlaceholderMapping-NEE ThemeMIOPlaceholderMapping.CoverMIOPlaceholderMapping.1MIOPlaceholderMapping.Name of PresenterMIOPlaceholderMapping.20MIOPlaceholderMapping;NextEra Energy BlueMIOPlaceholderMapping.Presentation TitleMIOPlaceholderMapping.1MIOPlaceholderMapping.DateMIOPlaceholderMapping.14MIOPlaceholderMapping-NEE ThemeMIOPlaceholderMapping.CoverMIOPlaceholderMapping.1MIOPlaceholderMapping.Date of PresentationMIOPlaceholderMapping.19MIOPlaceholderMapping;NextEra Energy BlueMIOPlaceholderMapping.Title SlideMIOPlaceholderMapping.10MIOPlaceholderMapping.Title 1MIOPlaceholderMapping.0MIOPlaceholderMapping-NEE ThemeMIOPlaceholderMapping.CoverMIOPlaceholderMapping.1MIOPlaceholderMapping.Title 1MIOPlaceholderMapping.0MIOPlaceholderMapping;NextEra Energy BlueMIOPlaceholderMapping.Title SlideMIOPlaceholderMapping.10MIOPlaceholderMapping.Subtitle 2MIOPlaceholderMapping.1MIOPlaceholderMapping-NEE ThemeMIOPlaceholderMapping.CoverMIOPlaceholderMapping.1MIOPlaceholderMapping.MIO_CONVERT_SLIDES_SUBTITLEMIOPlaceholderMapping.1MIOPlaceholderMapping;2_empower_Internal_4x3MIOPlaceholderMapping.Title SlideMIOPlaceholderMapping.1MIOPlaceholderMapping.TitleMIOPlaceholderMapping.0MIOPlaceholderMapping-NEE ThemeMIOPlaceholderMapping.CoverMIOPlaceholderMapping.1MIOPlaceholderMapping.Title 1MIOPlaceholderMapping.0MIOPlaceholderMapping;2_empower_Internal_4x3MIOPlaceholderMapping.Title SlideMIOPlaceholderMapping.1MIOPlaceholderMapping.Sub-TitleMIOPlaceholderMapping.1MIOPlaceholderMapping-NEE ThemeMIOPlaceholderMapping.CoverMIOPlaceholderMapping.1MIOPlaceholderMapping.MIO_CONVERT_SLIDES_SUBTITLEMIOPlaceholderMapping.1MIOPlaceholderMapping;2_empower_Internal_4x3MIOPlaceholderMapping.Title SlideMIOPlaceholderMapping.1MIOPlaceholderMapping.DraftMIOPlaceholderMapping.11MIOPlaceholderMapping-NEE ThemeMIOPlaceholderMapping.CoverMIOPlaceholderMapping.1MIOPlaceholderMapping.Name of PresenterMIOPlaceholderMapping.20MIOPlaceholderMapping;1_empower_Internal_4x3MIOPlaceholderMapping.Title SlideMIOPlaceholderMapping.1MIOPlaceholderMapping.TitleMIOPlaceholderMapping.0MIOPlaceholderMapping-NEE ThemeMIOPlaceholderMapping.CoverMIOPlaceholderMapping.1MIOPlaceholderMapping.Title 1MIOPlaceholderMapping.0MIOPlaceholderMapping;1_empower_Internal_4x3MIOPlaceholderMapping.Title SlideMIOPlaceholderMapping.1MIOPlaceholderMapping.Sub-TitleMIOPlaceholderMapping.1MIOPlaceholderMapping-NEE ThemeMIOPlaceholderMapping.CoverMIOPlaceholderMapping.1MIOPlaceholderMapping.MIO_CONVERT_SLIDES_SUBTITLEMIOPlaceholderMapping.1MIOPlaceholderMapping;1_empower_Internal_4x3MIOPlaceholderMapping.Title SlideMIOPlaceholderMapping.1MIOPlaceholderMapping.DraftMIOPlaceholderMapping.11MIOPlaceholderMapping-NEE ThemeMIOPlaceholderMapping.CoverMIOPlaceholderMapping.1MIOPlaceholderMapping.Date of PresentationMIOPlaceholderMapping.19MIOPlaceholderMapping;8_neep_v2_2 logosMIOPlaceholderMapping.1_Title Slide-2 logosMIOPlaceholderMapping.1MIOPlaceholderMapping-NEE ThemeMIOPlaceholderMapping.CoverMIOPlaceholderMapping.1MIOPlaceholderMapping;8_neep_v2_2 logosMIOPlaceholderMapping.1_Title Slide-2 logosMIOPlaceholderMapping.1MIOPlaceholderMapping.Rectangle 2MIOPlaceholderMapping.0MIOPlaceholderMapping-NEE ThemeMIOPlaceholderMapping.CoverMIOPlaceholderMapping.1MIOPlaceholderMapping.Title 1MIOPlaceholderMapping.0MIOPlaceholderMapping;8_neep_v2_2 logosMIOPlaceholderMapping.1_Title Slide-2 logosMIOPlaceholderMapping.1MIOPlaceholderMapping.Rectangle 3MIOPlaceholderMapping.1MIOPlaceholderMapping-NEE ThemeMIOPlaceholderMapping.CoverMIOPlaceholderMapping.1MIOPlaceholderMapping.MIO_CONVERT_SLIDES_SUBTITLEMIOPlaceholderMapping.1MIOPlaceholderMapping;8_neep_v2_2 logosMIOPlaceholderMapping.1_Title Slide-2 logosMIOPlaceholderMapping.1MIOPlaceholderMapping.Rectangle 4MIOPlaceholderMapping.10MIOPlaceholderMapping-NEE ThemeMIOPlaceholderMapping.CoverMIOPlaceholderMapping.1MIOPlaceholderMapping.Date of PresentationMIOPlaceholderMapping.19MIOPlaceholderMapping;8_neep_v2_2 logosMIOPlaceholderMapping.1_Title SlideMIOPlaceholderMapping.16MIOPlaceholderMapping.Rectangle 2MIOPlaceholderMapping.0MIOPlaceholderMapping-NEE ThemeMIOPlaceholderMapping.CoverMIOPlaceholderMapping.1MIOPlaceholderMapping.Title 1MIOPlaceholderMapping.0MIOPlaceholderMapping;8_neep_v2_2 logosMIOPlaceholderMapping.1_Title SlideMIOPlaceholderMapping.16MIOPlaceholderMapping.Rectangle 3MIOPlaceholderMapping.1MIOPlaceholderMapping-NEE ThemeMIOPlaceholderMapping.CoverMIOPlaceholderMapping.1MIOPlaceholderMapping.MIO_CONVERT_SLIDES_SUBTITLEMIOPlaceholderMapping.1MIOPlaceholderMapping;8_neep_v2_2 logosMIOPlaceholderMapping.1_Title SlideMIOPlaceholderMapping.16MIOPlaceholderMapping.Rectangle 4MIOPlaceholderMapping.10MIOPlaceholderMapping-NEE ThemeMIOPlaceholderMapping.CoverMIOPlaceholderMapping.1MIOPlaceholderMapping.Date of PresentationMIOPlaceholderMapping.19MIOPlaceholderMapping;9_neep_v2_2 logosMIOPlaceholderMapping.1_Title Slide-2 logosMIOPlaceholderMapping.1MIOPlaceholderMapping-NEE ThemeMIOPlaceholderMapping.CoverMIOPlaceholderMapping.1MIOPlaceholderMapping;9_neep_v2_2 logosMIOPlaceholderMapping.1_Title Slide-2 logosMIOPlaceholderMapping.1MIOPlaceholderMapping.Rectangle 2MIOPlaceholderMapping.0MIOPlaceholderMapping-NEE ThemeMIOPlaceholderMapping.CoverMIOPlaceholderMapping.1MIOPlaceholderMapping.Title 1MIOPlaceholderMapping.0MIOPlaceholderMapping;9_neep_v2_2 logosMIOPlaceholderMapping.1_Title Slide-2 logosMIOPlaceholderMapping.1MIOPlaceholderMapping.Rectangle 3MIOPlaceholderMapping.1MIOPlaceholderMapping-NEE ThemeMIOPlaceholderMapping.CoverMIOPlaceholderMapping.1MIOPlaceholderMapping.MIO_CONVERT_SLIDES_SUBTITLEMIOPlaceholderMapping.1MIOPlaceholderMapping;9_neep_v2_2 logosMIOPlaceholderMapping.1_Title SlideMIOPlaceholderMapping.16MIOPlaceholderMapping-NEE ThemeMIOPlaceholderMapping.CoverMIOPlaceholderMapping.1MIOPlaceholderMapping;9_neep_v2_2 logosMIOPlaceholderMapping.1_Title SlideMIOPlaceholderMapping.16MIOPlaceholderMapping.Rectangle 2MIOPlaceholderMapping.0MIOPlaceholderMapping-NEE ThemeMIOPlaceholderMapping.CoverMIOPlaceholderMapping.1MIOPlaceholderMapping.Title 1MIOPlaceholderMapping.0MIOPlaceholderMapping;9_neep_v2_2 logosMIOPlaceholderMapping.1_Title SlideMIOPlaceholderMapping.16MIOPlaceholderMapping.Rectangle 3MIOPlaceholderMapping.1MIOPlaceholderMapping-NEE ThemeMIOPlaceholderMapping.CoverMIOPlaceholderMapping.1MIOPlaceholderMapping.MIO_CONVERT_SLIDES_SUBTITLEMIOPlaceholderMapping.1MIOPlaceholderMapping;9_neep_v2_2 logosMIOPlaceholderMapping.1_Title SlideMIOPlaceholderMapping.16MIOPlaceholderMapping.Rectangle 4MIOPlaceholderMapping.10MIOPlaceholderMapping-NEE ThemeMIOPlaceholderMapping.CoverMIOPlaceholderMapping.1MIOPlaceholderMapping.Date of PresentationMIOPlaceholderMapping.19MIOPlaceholderMapping;1_NextEra Energy BlueMIOPlaceholderMapping.Title SlideMIOPlaceholderMapping.10MIOPlaceholderMapping-NEE ThemeMIOPlaceholderMapping.CoverMIOPlaceholderMapping.1MIOPlaceholderMapping;1_NextEra Energy BlueMIOPlaceholderMapping.Title SlideMIOPlaceholderMapping.10MIOPlaceholderMapping.Title 1MIOPlaceholderMapping.0MIOPlaceholderMapping-NEE ThemeMIOPlaceholderMapping.CoverMIOPlaceholderMapping.1MIOPlaceholderMapping.Title 1MIOPlaceholderMapping.0MIOPlaceholderMapping;1_NextEra Energy BlueMIOPlaceholderMapping.Title SlideMIOPlaceholderMapping.10MIOPlaceholderMapping.Subtitle 2MIOPlaceholderMapping.1MIOPlaceholderMapping-NEE ThemeMIOPlaceholderMapping.CoverMIOPlaceholderMapping.1MIOPlaceholderMapping.MIO_CONVERT_SLIDES_SUBTITLEMIOPlaceholderMapping.1MIOPlaceholderMapping;2_empower_Internal_4x3MIOPlaceholderMapping.Title SlideMIOPlaceholderMapping.1MIOPlaceholderMapping-NEE ThemeMIOPlaceholderMapping.CoverMIOPlaceholderMapping.1MIOPlaceholderMapping;2_empower_Internal_4x3MIOPlaceholderMapping.Appendix or New SectionMIOPlaceholderMapping.21MIOPlaceholderMapping-NEE ThemeMIOPlaceholderMapping.CoverMIOPlaceholderMapping.1MIOPlaceholderMapping;2_empower_Internal_4x3MIOPlaceholderMapping.Appendix or New SectionMIOPlaceholderMapping.21MIOPlaceholderMapping.AppendixMIOPlaceholderMapping.0MIOPlaceholderMapping-NEE ThemeMIOPlaceholderMapping.CoverMIOPlaceholderMapping.1MIOPlaceholderMapping.Title 1MIOPlaceholderMapping.0MIOPlaceholderMapping;FPL 4x3MIOPlaceholderMapping.Title SlideMIOPlaceholderMapping.1MIOPlaceholderMapping-NEE ThemeMIOPlaceholderMapping.CoverMIOPlaceholderMapping.1MIOPlaceholderMapping;FPL 4x3MIOPlaceholderMapping.Title SlideMIOPlaceholderMapping.1MIOPlaceholderMapping.Rectangle 2MIOPlaceholderMapping.0MIOPlaceholderMapping-NEE ThemeMIOPlaceholderMapping.CoverMIOPlaceholderMapping.1MIOPlaceholderMapping.Title 1MIOPlaceholderMapping.0MIOPlaceholderMapping;FPL 4x3MIOPlaceholderMapping.Title SlideMIOPlaceholderMapping.1MIOPlaceholderMapping.Rectangle 3MIOPlaceholderMapping.1MIOPlaceholderMapping-NEE ThemeMIOPlaceholderMapping.CoverMIOPlaceholderMapping.1MIOPlaceholderMapping.MIO_CONVERT_SLIDES_SUBTITLEMIOPlaceholderMapping.1MIOPlaceholderMapping;FPL 4x3MIOPlaceholderMapping.Title SlideMIOPlaceholderMapping.1MIOPlaceholderMapping.Text Placeholder 2MIOPlaceholderMapping.11MIOPlaceholderMapping-NEE ThemeMIOPlaceholderMapping.CoverMIOPlaceholderMapping.1MIOPlaceholderMapping.Date of PresentationMIOPlaceholderMapping.19MIOPlaceholderMapping;FPL 4x3MIOPlaceholderMapping.2_Title SlideMIOPlaceholderMapping.29MIOPlaceholderMapping-NEE ThemeMIOPlaceholderMapping.CoverMIOPlaceholderMapping.1MIOPlaceholderMapping;FPL 4x3MIOPlaceholderMapping.2_Title SlideMIOPlaceholderMapping.29MIOPlaceholderMapping.TitleMIOPlaceholderMapping.0MIOPlaceholderMapping-NEE ThemeMIOPlaceholderMapping.CoverMIOPlaceholderMapping.1MIOPlaceholderMapping.Title 1MIOPlaceholderMapping.0MIOPlaceholderMapping;FPL 4x3MIOPlaceholderMapping.2_Title SlideMIOPlaceholderMapping.29MIOPlaceholderMapping.Sub-TitleMIOPlaceholderMapping.1MIOPlaceholderMapping-NEE ThemeMIOPlaceholderMapping.CoverMIOPlaceholderMapping.1MIOPlaceholderMapping.MIO_CONVERT_SLIDES_SUBTITLEMIOPlaceholderMapping.1MIOPlaceholderMapping;FPL 4x3MIOPlaceholderMapping.2_Title SlideMIOPlaceholderMapping.29MIOPlaceholderMapping.DraftMIOPlaceholderMapping.11MIOPlaceholderMapping-NEE ThemeMIOPlaceholderMapping.CoverMIOPlaceholderMapping.1MIOPlaceholderMapping.Date of PresentationMIOPlaceholderMapping.19MIOPlaceholderMapping;FPL 4x3MIOPlaceholderMapping.3_Title SlideMIOPlaceholderMapping.30MIOPlaceholderMapping-NEE ThemeMIOPlaceholderMapping.CoverMIOPlaceholderMapping.1MIOPlaceholderMapping;FPL 4x3MIOPlaceholderMapping.3_Title SlideMIOPlaceholderMapping.30MIOPlaceholderMapping.TitleMIOPlaceholderMapping.0MIOPlaceholderMapping-NEE ThemeMIOPlaceholderMapping.CoverMIOPlaceholderMapping.1MIOPlaceholderMapping.Title 1MIOPlaceholderMapping.0MIOPlaceholderMapping;FPL 4x3MIOPlaceholderMapping.3_Title SlideMIOPlaceholderMapping.30MIOPlaceholderMapping.Sub-TitleMIOPlaceholderMapping.1MIOPlaceholderMapping-NEE ThemeMIOPlaceholderMapping.CoverMIOPlaceholderMapping.1MIOPlaceholderMapping.MIO_CONVERT_SLIDES_SUBTITLEMIOPlaceholderMapping.1MIOPlaceholderMapping;FPL 4x3MIOPlaceholderMapping.3_Title SlideMIOPlaceholderMapping.30MIOPlaceholderMapping.DraftMIOPlaceholderMapping.11MIOPlaceholderMapping-NEE ThemeMIOPlaceholderMapping.CoverMIOPlaceholderMapping.1MIOPlaceholderMapping.Date of PresentationMIOPlaceholderMapping.19MIOPlaceholderMapping;NextEra Energy WhiteMIOPlaceholderMapping.Divider SlideMIOPlaceholderMapping.2MIOPlaceholderMapping-NEE ThemeMIOPlaceholderMapping.CoverMIOPlaceholderMapping.1MIOPlaceholderMapping;NextEra Energy WhiteMIOPlaceholderMapping.Divider SlideMIOPlaceholderMapping.2MIOPlaceholderMapping.TitleMIOPlaceholderMapping.0MIOPlaceholderMapping-NEE ThemeMIOPlaceholderMapping.CoverMIOPlaceholderMapping.1MIOPlaceholderMapping.Title 1MIOPlaceholderMapping.0MIOPlaceholderMapping;NextEra Energy WhiteMIOPlaceholderMapping.Divider SlideMIOPlaceholderMapping.2MIOPlaceholderMapping.SubtitleMIOPlaceholderMapping.1MIOPlaceholderMapping-NEE ThemeMIOPlaceholderMapping.CoverMIOPlaceholderMapping.1MIOPlaceholderMapping.MIO_CONVERT_SLIDES_SUBTITLEMIOPlaceholderMapping.1MIOPlaceholderMapping;1_NextEra Energy WhiteMIOPlaceholderMapping.Divider SlideMIOPlaceholderMapping.2MIOPlaceholderMapping-NEE ThemeMIOPlaceholderMapping.CoverMIOPlaceholderMapping.1MIOPlaceholderMapping;1_NextEra Energy WhiteMIOPlaceholderMapping.Divider SlideMIOPlaceholderMapping.2MIOPlaceholderMapping.TitleMIOPlaceholderMapping.0MIOPlaceholderMapping-NEE ThemeMIOPlaceholderMapping.CoverMIOPlaceholderMapping.1MIOPlaceholderMapping.Title 1MIOPlaceholderMapping.0MIOPlaceholderMapping;1_NextEra Energy WhiteMIOPlaceholderMapping.Divider SlideMIOPlaceholderMapping.2MIOPlaceholderMapping.SubtitleMIOPlaceholderMapping.1MIOPlaceholderMapping-NEE ThemeMIOPlaceholderMapping.CoverMIOPlaceholderMapping.1MIOPlaceholderMapping.MIO_CONVERT_SLIDES_SUBTITLEMIOPlaceholderMapping.1MIOPlaceholderMapping;3_NextEra Energy WhiteMIOPlaceholderMapping.Divider SlideMIOPlaceholderMapping.2MIOPlaceholderMapping-NEE ThemeMIOPlaceholderMapping.CoverMIOPlaceholderMapping.1MIOPlaceholderMapping;3_NextEra Energy WhiteMIOPlaceholderMapping.Divider SlideMIOPlaceholderMapping.2MIOPlaceholderMapping.TitleMIOPlaceholderMapping.0MIOPlaceholderMapping-NEE ThemeMIOPlaceholderMapping.CoverMIOPlaceholderMapping.1MIOPlaceholderMapping.Title 1MIOPlaceholderMapping.0MIOPlaceholderMapping;3_NextEra Energy WhiteMIOPlaceholderMapping.Divider SlideMIOPlaceholderMapping.2MIOPlaceholderMapping.SubtitleMIOPlaceholderMapping.1MIOPlaceholderMapping-NEE ThemeMIOPlaceholderMapping.CoverMIOPlaceholderMapping.1MIOPlaceholderMapping.MIO_CONVERT_SLIDES_SUBTITLEMIOPlaceholderMapping.1MIOPlaceholderMapping;2_NextEra Energy WhiteMIOPlaceholderMapping.Divider SlideMIOPlaceholderMapping.2MIOPlaceholderMapping-NEE ThemeMIOPlaceholderMapping.CoverMIOPlaceholderMapping.1MIOPlaceholderMapping;2_NextEra Energy WhiteMIOPlaceholderMapping.Divider SlideMIOPlaceholderMapping.2MIOPlaceholderMapping.TitleMIOPlaceholderMapping.0MIOPlaceholderMapping-NEE ThemeMIOPlaceholderMapping.CoverMIOPlaceholderMapping.1MIOPlaceholderMapping.Title 1MIOPlaceholderMapping.0MIOPlaceholderMapping;2_NextEra Energy WhiteMIOPlaceholderMapping.Divider SlideMIOPlaceholderMapping.2MIOPlaceholderMapping.SubtitleMIOPlaceholderMapping.1MIOPlaceholderMapping-NEE ThemeMIOPlaceholderMapping.CoverMIOPlaceholderMapping.1MIOPlaceholderMapping.MIO_CONVERT_SLIDES_SUBTITLEMIOPlaceholderMapping.1MIOPlaceholderMapping;FPL 16x9MIOPlaceholderMapping.Presentation TitleMIOPlaceholderMapping.1MIOPlaceholderMapping-NEE ThemeMIOPlaceholderMapping.CoverMIOPlaceholderMapping.1MIOPlaceholderMapping;FPL 16x9MIOPlaceholderMapping.Presentation TitleMIOPlaceholderMapping.1MIOPlaceholderMapping.Rectangle 2MIOPlaceholderMapping.0MIOPlaceholderMapping-NEE ThemeMIOPlaceholderMapping.CoverMIOPlaceholderMapping.1MIOPlaceholderMapping.Title 1MIOPlaceholderMapping.0MIOPlaceholderMapping;FPL 16x9MIOPlaceholderMapping.Presentation TitleMIOPlaceholderMapping.1MIOPlaceholderMapping.Rectangle 3MIOPlaceholderMapping.1MIOPlaceholderMapping-NEE ThemeMIOPlaceholderMapping.CoverMIOPlaceholderMapping.1MIOPlaceholderMapping.MIO_CONVERT_SLIDES_SUBTITLEMIOPlaceholderMapping.1MIOPlaceholderMapping;FPL 16x9MIOPlaceholderMapping.Presentation TitleMIOPlaceholderMapping.1MIOPlaceholderMapping.Text Placeholder 2MIOPlaceholderMapping.10MIOPlaceholderMapping-NEE ThemeMIOPlaceholderMapping.CoverMIOPlaceholderMapping.1MIOPlaceholderMapping.Date of PresentationMIOPlaceholderMapping.19MIOPlaceholderMapping;empower_Internal_4x3MIOPlaceholderMapping.Title SlideMIOPlaceholderMapping.1MIOPlaceholderMapping-NEE ThemeMIOPlaceholderMapping.CoverMIOPlaceholderMapping.1MIOPlaceholderMapping;empower_Internal_4x3MIOPlaceholderMapping.Title SlideMIOPlaceholderMapping.1MIOPlaceholderMapping.Sub-TitleMIOPlaceholderMapping.1MIOPlaceholderMapping-NEE ThemeMIOPlaceholderMapping.CoverMIOPlaceholderMapping.1MIOPlaceholderMapping.MIO_CONVERT_SLIDES_SUBTITLEMIOPlaceholderMapping.1MIOPlaceholderMapping;4_neep_v2_2 logosMIOPlaceholderMapping.1_Title Slide-2 logosMIOPlaceholderMapping.1MIOPlaceholderMapping-NEE ThemeMIOPlaceholderMapping.CoverMIOPlaceholderMapping.1MIOPlaceholderMapping;4_neep_v2_2 logosMIOPlaceholderMapping.1_Title Slide-2 logosMIOPlaceholderMapping.1MIOPlaceholderMapping.Rectangle 2MIOPlaceholderMapping.0MIOPlaceholderMapping-NEE ThemeMIOPlaceholderMapping.CoverMIOPlaceholderMapping.1MIOPlaceholderMapping.Title 1MIOPlaceholderMapping.0MIOPlaceholderMapping;4_neep_v2_2 logosMIOPlaceholderMapping.1_Title Slide-2 logosMIOPlaceholderMapping.1MIOPlaceholderMapping.Rectangle 3MIOPlaceholderMapping.1MIOPlaceholderMapping-NEE ThemeMIOPlaceholderMapping.CoverMIOPlaceholderMapping.1MIOPlaceholderMapping.MIO_CONVERT_SLIDES_SUBTITLEMIOPlaceholderMapping.1MIOPlaceholderMapping;4_neep_v2_2 logosMIOPlaceholderMapping.1_Title Slide-2 logosMIOPlaceholderMapping.1MIOPlaceholderMapping.Rectangle 4MIOPlaceholderMapping.10MIOPlaceholderMapping-NEE ThemeMIOPlaceholderMapping.CoverMIOPlaceholderMapping.1MIOPlaceholderMapping.Date of PresentationMIOPlaceholderMapping.19MIOPlaceholderMapping;3_FPLGROUP_FinalMIOPlaceholderMapping.Title SlideMIOPlaceholderMapping.1MIOPlaceholderMapping-NEE ThemeMIOPlaceholderMapping.CoverMIOPlaceholderMapping.1MIOPlaceholderMapping;3_FPLGROUP_FinalMIOPlaceholderMapping.Title SlideMIOPlaceholderMapping.1MIOPlaceholderMapping.Rectangle 2MIOPlaceholderMapping.0MIOPlaceholderMapping-NEE ThemeMIOPlaceholderMapping.CoverMIOPlaceholderMapping.1MIOPlaceholderMapping.Title 1MIOPlaceholderMapping.0MIOPlaceholderMapping;3_FPLGROUP_FinalMIOPlaceholderMapping.Title SlideMIOPlaceholderMapping.1MIOPlaceholderMapping.Rectangle 3MIOPlaceholderMapping.1MIOPlaceholderMapping-NEE ThemeMIOPlaceholderMapping.CoverMIOPlaceholderMapping.1MIOPlaceholderMapping.MIO_CONVERT_SLIDES_SUBTITLEMIOPlaceholderMapping.1MIOPlaceholderMapping;3_FPLGROUP_FinalMIOPlaceholderMapping.Title SlideMIOPlaceholderMapping.1MIOPlaceholderMapping.Rectangle 4MIOPlaceholderMapping.10MIOPlaceholderMapping-NEE ThemeMIOPlaceholderMapping.CoverMIOPlaceholderMapping.1MIOPlaceholderMapping.Date of PresentationMIOPlaceholderMapping.19MIOPlaceholderMapping;3_FPLGROUP_FinalMIOPlaceholderMapping.Title SlideMIOPlaceholderMapping.1MIOPlaceholderMapping.Rectangle 11MIOPlaceholderMapping.11MIOPlaceholderMapping-NEE ThemeMIOPlaceholderMapping.CoverMIOPlaceholderMapping.1MIOPlaceholderMapping.Name of PresenterMIOPlaceholderMapping.20MIOPlaceholderMapping;1_empower_Internal_4x3MIOPlaceholderMapping.Title SlideMIOPlaceholderMapping.1MIOPlaceholderMapping-NEE ThemeMIOPlaceholderMapping.CoverMIOPlaceholderMapping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neep_v2_2 logosMIOPlaceholderMapping.Title OnlyMIOPlaceholderMapping.6MIOPlaceholderMapping.Title 1MIOPlaceholderMapping.0MIOPlaceholderMapping-NEE ThemeMIOPlaceholderMapping.Clean SlideMIOPlaceholderMapping.2MIOPlaceholderMapping.Title 1MIOPlaceholderMapping.0MIOPlaceholderMapping;neep_v2MIOPlaceholderMapping.Title OnlyMIOPlaceholderMapping.6MIOPlaceholderMapping-NEE ThemeMIOPlaceholderMapping.Clean SlideMIOPlaceholderMapping.2MIOPlaceholderMapping;neep_v2MIOPlaceholderMapping.Title OnlyMIOPlaceholderMapping.6MIOPlaceholderMapping.Title 1MIOPlaceholderMapping.0MIOPlaceholderMapping-NEE ThemeMIOPlaceholderMapping.Clean SlideMIOPlaceholderMapping.2MIOPlaceholderMapping.Title 1MIOPlaceholderMapping.0MIOPlaceholderMapping;empower_Internal_4x3MIOPlaceholderMapping.Title OnlyMIOPlaceholderMapping.25MIOPlaceholderMapping.TitleMIOPlaceholderMapping.0MIOPlaceholderMapping-NEE ThemeMIOPlaceholderMapping.Clean SlideMIOPlaceholderMapping.2MIOPlaceholderMapping.Title 1MIOPlaceholderMapping.0MIOPlaceholderMapping;NextEra Energy BlueMIOPlaceholderMapping.Title OnlyMIOPlaceholderMapping.6MIOPlaceholderMapping-NEE ThemeMIOPlaceholderMapping.Clean SlideMIOPlaceholderMapping.2MIOPlaceholderMapping;2_empower_Internal_4x3MIOPlaceholderMapping.Title OnlyMIOPlaceholderMapping.23MIOPlaceholderMapping.TitleMIOPlaceholderMapping.0MIOPlaceholderMapping-NEE ThemeMIOPlaceholderMapping.Clean SlideMIOPlaceholderMapping.2MIOPlaceholderMapping.Title 1MIOPlaceholderMapping.0MIOPlaceholderMapping;1_empower_Internal_4x3MIOPlaceholderMapping.Title OnlyMIOPlaceholderMapping.23MIOPlaceholderMapping.TitleMIOPlaceholderMapping.0MIOPlaceholderMapping-NEE ThemeMIOPlaceholderMapping.Clean SlideMIOPlaceholderMapping.2MIOPlaceholderMapping.Title 1MIOPlaceholderMapping.0MIOPlaceholderMapping;8_neep_v2_2 logosMIOPlaceholderMapping.Title OnlyMIOPlaceholderMapping.6MIOPlaceholderMapping-NEE ThemeMIOPlaceholderMapping.Clean SlideMIOPlaceholderMapping.2MIOPlaceholderMapping;8_neep_v2_2 logosMIOPlaceholderMapping.Title OnlyMIOPlaceholderMapping.6MIOPlaceholderMapping.Title 1MIOPlaceholderMapping.0MIOPlaceholderMapping-NEE ThemeMIOPlaceholderMapping.Clean SlideMIOPlaceholderMapping.2MIOPlaceholderMapping.Title 1MIOPlaceholderMapping.0MIOPlaceholderMapping;1_NextEra Energy BlueMIOPlaceholderMapping.Title OnlyMIOPlaceholderMapping.6MIOPlaceholderMapping-NEE ThemeMIOPlaceholderMapping.Clean SlideMIOPlaceholderMapping.2MIOPlaceholderMapping;NextEra Energy WhiteMIOPlaceholderMapping.Title OnlyMIOPlaceholderMapping.20MIOPlaceholderMapping-NEE ThemeMIOPlaceholderMapping.Clean SlideMIOPlaceholderMapping.2MIOPlaceholderMapping;NextEra Energy WhiteMIOPlaceholderMapping.Title OnlyMIOPlaceholderMapping.20MIOPlaceholderMapping.TitleMIOPlaceholderMapping.0MIOPlaceholderMapping-NEE ThemeMIOPlaceholderMapping.Clean SlideMIOPlaceholderMapping.2MIOPlaceholderMapping.Title 1MIOPlaceholderMapping.0MIOPlaceholderMapping;FPL 16x9MIOPlaceholderMapping.Blank; Only Header, Title, LogoMIOPlaceholderMapping.17MIOPlaceholderMapping-NEE ThemeMIOPlaceholderMapping.Clean SlideMIOPlaceholderMapping.2MIOPlaceholderMapping;FPL 16x9MIOPlaceholderMapping.Blank; Only Header, Title, LogoMIOPlaceholderMapping.17MIOPlaceholderMapping.Title 1MIOPlaceholderMapping.0MIOPlaceholderMapping-NEE ThemeMIOPlaceholderMapping.Clean SlideMIOPlaceholderMapping.2MIOPlaceholderMapping.Title 1MIOPlaceholderMapping.0MIOPlaceholderMapping;empower_Internal_4x3MIOPlaceholderMapping.Title OnlyMIOPlaceholderMapping.23MIOPlaceholderMapping-NEE ThemeMIOPlaceholderMapping.Clean SlideMIOPlaceholderMapping.2MIOPlaceholderMapping;empower_Internal_4x3MIOPlaceholderMapping.Title OnlyMIOPlaceholderMapping.23MIOPlaceholderMapping.TitleMIOPlaceholderMapping.0MIOPlaceholderMapping-NEE ThemeMIOPlaceholderMapping.Clean SlideMIOPlaceholderMapping.2MIOPlaceholderMapping.Title 1MIOPlaceholderMapping.0MIOPlaceholderMapping;5_neep_v2_2 logosMIOPlaceholderMapping.1_Title OnlyMIOPlaceholderMapping.2MIOPlaceholderMapping-NEE ThemeMIOPlaceholderMapping.Clean SlideMIOPlaceholderMapping.2MIOPlaceholderMapping;5_neep_v2_2 logosMIOPlaceholderMapping.1_Title OnlyMIOPlaceholderMapping.2MIOPlaceholderMapping.TitleMIOPlaceholderMapping.0MIOPlaceholderMapping-NEE ThemeMIOPlaceholderMapping.Clean SlideMIOPlaceholderMapping.2MIOPlaceholderMapping.Title 1MIOPlaceholderMapping.0MIOPlaceholderMapping;1_empower_Internal_4x3MIOPlaceholderMapping.Title OnlyMIOPlaceholderMapping.23MIOPlaceholderMapping-NEE ThemeMIOPlaceholderMapping.Clean SlideMIOPlaceholderMapping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4_neep_v2_2 logosMIOPlaceholderMapping.Text or Object; BoxMIOPlaceholderMapping.16MIOPlaceholderMapping-NEE ThemeMIOPlaceholderMapping.Clean Slide w/ TakeawayMIOPlaceholderMapping.3MIOPlaceholderMapping;4_neep_v2_2 logosMIOPlaceholderMapping.Text or Object; BoxMIOPlaceholderMapping.16MIOPlaceholderMapping.TakeawayMIOPlaceholderMapping.15MIOPlaceholderMapping-NEE ThemeMIOPlaceholderMapping.Clean Slide w/ TakeawayMIOPlaceholderMapping.3MIOPlaceholderMapping.Takeaway BoxMIOPlaceholderMapping.21MIOPlaceholderMapping;1_empower_Internal_4x3MIOPlaceholderMapping.Text or Object; BoxMIOPlaceholderMapping.3MIOPlaceholderMapping-NEE ThemeMIOPlaceholderMapping.Clean Slide w/ TakeawayMIOPlaceholderMapping.3MIOPlaceholderMapping;1_empower_Internal_4x3MIOPlaceholderMapping.Text or Object; BoxMIOPlaceholderMapping.3MIOPlaceholderMapping.TakeawayMIOPlaceholderMapping.15MIOPlaceholderMapping-NEE ThemeMIOPlaceholderMapping.Clean Slide w/ TakeawayMIOPlaceholderMapping.3MIOPlaceholderMapping.Takeaway BoxMIOPlaceholderMapping.2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Title and ContentMIOPlaceholderMapping.2MIOPlaceholderMapping-NEE ThemeMIOPlaceholderMapping.1 ColumnMIOPlaceholderMapping.4MIOPlaceholderMapping;2_FPLGROUP_FinalMIOPlaceholderMapping.Title and ContentMIOPlaceholderMapping.2MIOPlaceholderMapping.Title 1MIOPlaceholderMapping.0MIOPlaceholderMapping-NEE ThemeMIOPlaceholderMapping.1 ColumnMIOPlaceholderMapping.4MIOPlaceholderMapping.Title 1MIOPlaceholderMapping.0MIOPlaceholderMapping;2_FPLGROUP_Final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2_neep_v2_2 logosMIOPlaceholderMapping.Title and ContentMIOPlaceholderMapping.2MIOPlaceholderMapping-NEE ThemeMIOPlaceholderMapping.1 ColumnMIOPlaceholderMapping.4MIOPlaceholderMapping;2_neep_v2_2 logosMIOPlaceholderMapping.Title and ContentMIOPlaceholderMapping.2MIOPlaceholderMapping.Title 1MIOPlaceholderMapping.0MIOPlaceholderMapping-NEE ThemeMIOPlaceholderMapping.1 ColumnMIOPlaceholderMapping.4MIOPlaceholderMapping.Title 1MIOPlaceholderMapping.0MIOPlaceholderMapping;2_neep_v2_2 logos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neep_v2MIOPlaceholderMapping.Title and ContentMIOPlaceholderMapping.2MIOPlaceholderMapping-NEE ThemeMIOPlaceholderMapping.1 ColumnMIOPlaceholderMapping.4MIOPlaceholderMapping;neep_v2MIOPlaceholderMapping.Title and ContentMIOPlaceholderMapping.2MIOPlaceholderMapping.Title 1MIOPlaceholderMapping.0MIOPlaceholderMapping-NEE ThemeMIOPlaceholderMapping.1 ColumnMIOPlaceholderMapping.4MIOPlaceholderMapping.Title 1MIOPlaceholderMapping.0MIOPlaceholderMapping;neep_v2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neep_v2MIOPlaceholderMapping.ContentMIOPlaceholderMapping.15MIOPlaceholderMapping-NEE ThemeMIOPlaceholderMapping.1 ColumnMIOPlaceholderMapping.4MIOPlaceholderMapping;neep_v2MIOPlaceholderMapping.ContentMIOPlaceholderMapping.15MIOPlaceholderMapping.Content Placeholder 1MIOPlaceholderMapping.0MIOPlaceholderMapping-NEE ThemeMIOPlaceholderMapping.1 ColumnMIOPlaceholderMapping.4MIOPlaceholderMapping.Content Placeholder 6MIOPlaceholderMapping.13MIOPlaceholderMapping;8_blankMIOPlaceholderMapping.Title and ContentMIOPlaceholderMapping.2MIOPlaceholderMapping-NEE ThemeMIOPlaceholderMapping.1 ColumnMIOPlaceholderMapping.4MIOPlaceholderMapping;8_blankMIOPlaceholderMapping.Title and ContentMIOPlaceholderMapping.2MIOPlaceholderMapping.Title 1MIOPlaceholderMapping.0MIOPlaceholderMapping-NEE ThemeMIOPlaceholderMapping.1 ColumnMIOPlaceholderMapping.4MIOPlaceholderMapping.Title 1MIOPlaceholderMapping.0MIOPlaceholderMapping;8_blank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7_neep_v2_2 logosMIOPlaceholderMapping.Title and ContentMIOPlaceholderMapping.2MIOPlaceholderMapping-NEE ThemeMIOPlaceholderMapping.1 ColumnMIOPlaceholderMapping.4MIOPlaceholderMapping;7_neep_v2_2 logosMIOPlaceholderMapping.Title and ContentMIOPlaceholderMapping.2MIOPlaceholderMapping.Title 1MIOPlaceholderMapping.0MIOPlaceholderMapping-NEE ThemeMIOPlaceholderMapping.1 ColumnMIOPlaceholderMapping.4MIOPlaceholderMapping.Title 1MIOPlaceholderMapping.0MIOPlaceholderMapping;7_neep_v2_2 logos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empower_Internal_4x3MIOPlaceholderMapping.Text: Executive SummaryMIOPlaceholderMapping.26MIOPlaceholderMapping.BodyMIOPlaceholderMapping.14MIOPlaceholderMapping-NEE ThemeMIOPlaceholderMapping.1 ColumnMIOPlaceholderMapping.4MIOPlaceholderMapping.Content Placeholder 6MIOPlaceholderMapping.13MIOPlaceholderMapping;empower_Internal_4x3MIOPlaceholderMapping.Text: Executive SummaryMIOPlaceholderMapping.26MIOPlaceholderMapping.TitleMIOPlaceholderMapping.10MIOPlaceholderMapping-NEE ThemeMIOPlaceholderMapping.1 ColumnMIOPlaceholderMapping.4MIOPlaceholderMapping.Title 1MIOPlaceholderMapping.0MIOPlaceholderMapping;NextEra Energy BlueMIOPlaceholderMapping.1 ContentMIOPlaceholderMapping.2MIOPlaceholderMapping.TitleMIOPlaceholderMapping.0MIOPlaceholderMapping-NEE ThemeMIOPlaceholderMapping.1 ColumnMIOPlaceholderMapping.4MIOPlaceholderMapping.Title 1MIOPlaceholderMapping.0MIOPlaceholderMapping;NextEra Energy BlueMIOPlaceholderMapping.1 ContentMIOPlaceholderMapping.2MIOPlaceholderMapping.BodyMIOPlaceholderMapping.16MIOPlaceholderMapping-NEE ThemeMIOPlaceholderMapping.1 ColumnMIOPlaceholderMapping.4MIOPlaceholderMapping.Content Placeholder 6MIOPlaceholderMapping.13MIOPlaceholderMapping;NextEra Energy BlueMIOPlaceholderMapping.1 ContentMIOPlaceholderMapping.2MIOPlaceholderMapping.SourceMIOPlaceholderMapping.13MIOPlaceholderMapping-NEE ThemeMIOPlaceholderMapping.1 ColumnMIOPlaceholderMapping.4MIOPlaceholderMapping.Source PlaceholderMIOPlaceholderMapping.17MIOPlaceholderMapping;NextEra Energy BlueMIOPlaceholderMapping.Agenda or Arrow ListMIOPlaceholderMapping.5MIOPlaceholderMapping.TitleMIOPlaceholderMapping.0MIOPlaceholderMapping-NEE ThemeMIOPlaceholderMapping.1 ColumnMIOPlaceholderMapping.4MIOPlaceholderMapping.Title 1MIOPlaceholderMapping.0MIOPlaceholderMapping;NextEra Energy BlueMIOPlaceholderMapping.Agenda or Arrow ListMIOPlaceholderMapping.5MIOPlaceholderMapping.BodyMIOPlaceholderMapping.13MIOPlaceholderMapping-NEE ThemeMIOPlaceholderMapping.1 ColumnMIOPlaceholderMapping.4MIOPlaceholderMapping.Content Placeholder 6MIOPlaceholderMapping.13MIOPlaceholderMapping;2_empower_Internal_4x3MIOPlaceholderMapping.Text or ObjectMIOPlaceholderMapping.2MIOPlaceholderMapping.TitleMIOPlaceholderMapping.0MIOPlaceholderMapping-NEE ThemeMIOPlaceholderMapping.1 ColumnMIOPlaceholderMapping.4MIOPlaceholderMapping.Title 1MIOPlaceholderMapping.0MIOPlaceholderMapping;2_empower_Internal_4x3MIOPlaceholderMapping.Text or ObjectMIOPlaceholderMapping.2MIOPlaceholderMapping.BodyMIOPlaceholderMapping.14MIOPlaceholderMapping-NEE ThemeMIOPlaceholderMapping.1 ColumnMIOPlaceholderMapping.4MIOPlaceholderMapping.Content Placeholder 6MIOPlaceholderMapping.13MIOPlaceholderMapping;2_empower_Internal_4x3MIOPlaceholderMapping.Text: Executive SummaryMIOPlaceholderMapping.24MIOPlaceholderMapping.TitleMIOPlaceholderMapping.10MIOPlaceholderMapping-NEE ThemeMIOPlaceholderMapping.1 ColumnMIOPlaceholderMapping.4MIOPlaceholderMapping.Title 1MIOPlaceholderMapping.0MIOPlaceholderMapping;2_empower_Internal_4x3MIOPlaceholderMapping.Text: Executive SummaryMIOPlaceholderMapping.24MIOPlaceholderMapping.BodyMIOPlaceholderMapping.14MIOPlaceholderMapping-NEE ThemeMIOPlaceholderMapping.1 ColumnMIOPlaceholderMapping.4MIOPlaceholderMapping.Content Placeholder 6MIOPlaceholderMapping.13MIOPlaceholderMapping;1_empower_Internal_4x3MIOPlaceholderMapping.Text: Executive SummaryMIOPlaceholderMapping.24MIOPlaceholderMapping.TitleMIOPlaceholderMapping.10MIOPlaceholderMapping-NEE ThemeMIOPlaceholderMapping.1 ColumnMIOPlaceholderMapping.4MIOPlaceholderMapping.Title 1MIOPlaceholderMapping.0MIOPlaceholderMapping;1_empower_Internal_4x3MIOPlaceholderMapping.Text: Executive SummaryMIOPlaceholderMapping.24MIOPlaceholderMapping.BodyMIOPlaceholderMapping.14MIOPlaceholderMapping-NEE ThemeMIOPlaceholderMapping.1 ColumnMIOPlaceholderMapping.4MIOPlaceholderMapping.Content Placeholder 6MIOPlaceholderMapping.13MIOPlaceholderMapping;8_neep_v2_2 logosMIOPlaceholderMapping.Title and ContentMIOPlaceholderMapping.2MIOPlaceholderMapping-NEE ThemeMIOPlaceholderMapping.1 ColumnMIOPlaceholderMapping.4MIOPlaceholderMapping;8_neep_v2_2 logosMIOPlaceholderMapping.Title and ContentMIOPlaceholderMapping.2MIOPlaceholderMapping.Title 1MIOPlaceholderMapping.0MIOPlaceholderMapping-NEE ThemeMIOPlaceholderMapping.1 ColumnMIOPlaceholderMapping.4MIOPlaceholderMapping.Title 1MIOPlaceholderMapping.0MIOPlaceholderMapping;8_neep_v2_2 logos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8_neep_v2_2 logosMIOPlaceholderMapping.1_Title and ContentMIOPlaceholderMapping.17MIOPlaceholderMapping-NEE ThemeMIOPlaceholderMapping.1 ColumnMIOPlaceholderMapping.4MIOPlaceholderMapping;8_neep_v2_2 logosMIOPlaceholderMapping.1_Title and ContentMIOPlaceholderMapping.17MIOPlaceholderMapping.Title 1MIOPlaceholderMapping.0MIOPlaceholderMapping-NEE ThemeMIOPlaceholderMapping.1 ColumnMIOPlaceholderMapping.4MIOPlaceholderMapping.Title 1MIOPlaceholderMapping.0MIOPlaceholderMapping;8_neep_v2_2 logosMIOPlaceholderMapping.1_Title and ContentMIOPlaceholderMapping.17MIOPlaceholderMapping.Content Placeholder 2MIOPlaceholderMapping.1MIOPlaceholderMapping-NEE ThemeMIOPlaceholderMapping.1 ColumnMIOPlaceholderMapping.4MIOPlaceholderMapping.Content Placeholder 6MIOPlaceholderMapping.13MIOPlaceholderMapping;8_neep_v2_2 logosMIOPlaceholderMapping.1_Title and ContentMIOPlaceholderMapping.17MIOPlaceholderMapping.Text Placeholder 7MIOPlaceholderMapping.11MIOPlaceholderMapping-NEE ThemeMIOPlaceholderMapping.1 ColumnMIOPlaceholderMapping.4MIOPlaceholderMapping.Source PlaceholderMIOPlaceholderMapping.17MIOPlaceholderMapping;9_neep_v2_2 logosMIOPlaceholderMapping.Title and ContentMIOPlaceholderMapping.2MIOPlaceholderMapping-NEE ThemeMIOPlaceholderMapping.1 ColumnMIOPlaceholderMapping.4MIOPlaceholderMapping;9_neep_v2_2 logosMIOPlaceholderMapping.Title and ContentMIOPlaceholderMapping.2MIOPlaceholderMapping.Title 1MIOPlaceholderMapping.0MIOPlaceholderMapping-NEE ThemeMIOPlaceholderMapping.1 ColumnMIOPlaceholderMapping.4MIOPlaceholderMapping.Title 1MIOPlaceholderMapping.0MIOPlaceholderMapping;9_neep_v2_2 logos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9_neep_v2_2 logosMIOPlaceholderMapping.Two ContentMIOPlaceholderMapping.4MIOPlaceholderMapping-NEE ThemeMIOPlaceholderMapping.1 ColumnMIOPlaceholderMapping.4MIOPlaceholderMapping;1_NextEra Energy BlueMIOPlaceholderMapping.1 ContentMIOPlaceholderMapping.2MIOPlaceholderMapping-NEE ThemeMIOPlaceholderMapping.1 ColumnMIOPlaceholderMapping.4MIOPlaceholderMapping;1_NextEra Energy BlueMIOPlaceholderMapping.1 ContentMIOPlaceholderMapping.2MIOPlaceholderMapping.TitleMIOPlaceholderMapping.0MIOPlaceholderMapping-NEE ThemeMIOPlaceholderMapping.1 ColumnMIOPlaceholderMapping.4MIOPlaceholderMapping.Title 1MIOPlaceholderMapping.0MIOPlaceholderMapping;1_NextEra Energy BlueMIOPlaceholderMapping.1 ContentMIOPlaceholderMapping.2MIOPlaceholderMapping.BodyMIOPlaceholderMapping.16MIOPlaceholderMapping-NEE ThemeMIOPlaceholderMapping.1 ColumnMIOPlaceholderMapping.4MIOPlaceholderMapping.Content Placeholder 6MIOPlaceholderMapping.13MIOPlaceholderMapping;1_NextEra Energy BlueMIOPlaceholderMapping.1 ContentMIOPlaceholderMapping.2MIOPlaceholderMapping.SourceMIOPlaceholderMapping.13MIOPlaceholderMapping-NEE ThemeMIOPlaceholderMapping.1 ColumnMIOPlaceholderMapping.4MIOPlaceholderMapping.Source PlaceholderMIOPlaceholderMapping.17MIOPlaceholderMapping;1_NextEra Energy BlueMIOPlaceholderMapping.Agenda or Arrow ListMIOPlaceholderMapping.5MIOPlaceholderMapping-NEE ThemeMIOPlaceholderMapping.1 ColumnMIOPlaceholderMapping.4MIOPlaceholderMapping;1_NextEra Energy BlueMIOPlaceholderMapping.Agenda or Arrow ListMIOPlaceholderMapping.5MIOPlaceholderMapping.TitleMIOPlaceholderMapping.0MIOPlaceholderMapping-NEE ThemeMIOPlaceholderMapping.1 ColumnMIOPlaceholderMapping.4MIOPlaceholderMapping.Title 1MIOPlaceholderMapping.0MIOPlaceholderMapping;1_NextEra Energy BlueMIOPlaceholderMapping.Agenda or Arrow ListMIOPlaceholderMapping.5MIOPlaceholderMapping.BodyMIOPlaceholderMapping.13MIOPlaceholderMapping-NEE ThemeMIOPlaceholderMapping.1 ColumnMIOPlaceholderMapping.4MIOPlaceholderMapping.Content Placeholder 6MIOPlaceholderMapping.13MIOPlaceholderMapping;FPL 4x3MIOPlaceholderMapping.Agenda or Arrow ListMIOPlaceholderMapping.18MIOPlaceholderMapping-NEE ThemeMIOPlaceholderMapping.1 ColumnMIOPlaceholderMapping.4MIOPlaceholderMapping;FPL 4x3MIOPlaceholderMapping.Agenda or Arrow ListMIOPlaceholderMapping.18MIOPlaceholderMapping.Title 1MIOPlaceholderMapping.0MIOPlaceholderMapping-NEE ThemeMIOPlaceholderMapping.1 ColumnMIOPlaceholderMapping.4MIOPlaceholderMapping.Title 1MIOPlaceholderMapping.0MIOPlaceholderMapping;FPL 4x3MIOPlaceholderMapping.Agenda or Arrow ListMIOPlaceholderMapping.18MIOPlaceholderMapping.Text Placeholder 2MIOPlaceholderMapping.13MIOPlaceholderMapping-NEE ThemeMIOPlaceholderMapping.1 ColumnMIOPlaceholderMapping.4MIOPlaceholderMapping.Content Placeholder 6MIOPlaceholderMapping.13MIOPlaceholderMapping;FPL 4x3MIOPlaceholderMapping.Text: Executive SummaryMIOPlaceholderMapping.28MIOPlaceholderMapping-NEE ThemeMIOPlaceholderMapping.1 ColumnMIOPlaceholderMapping.4MIOPlaceholderMapping;FPL 4x3MIOPlaceholderMapping.Text: Executive SummaryMIOPlaceholderMapping.28MIOPlaceholderMapping.Text Placeholder 4MIOPlaceholderMapping.10MIOPlaceholderMapping-NEE ThemeMIOPlaceholderMapping.1 ColumnMIOPlaceholderMapping.4MIOPlaceholderMapping.Title 1MIOPlaceholderMapping.0MIOPlaceholderMapping;FPL 4x3MIOPlaceholderMapping.Text: Executive SummaryMIOPlaceholderMapping.28MIOPlaceholderMapping.Text Placeholder 7MIOPlaceholderMapping.14MIOPlaceholderMapping-NEE ThemeMIOPlaceholderMapping.1 ColumnMIOPlaceholderMapping.4MIOPlaceholderMapping.Content Placeholder 6MIOPlaceholderMapping.13MIOPlaceholderMapping;NextEra Energy WhiteMIOPlaceholderMapping.1 ContentMIOPlaceholderMapping.4MIOPlaceholderMapping-NEE ThemeMIOPlaceholderMapping.1 ColumnMIOPlaceholderMapping.4MIOPlaceholderMapping;NextEra Energy WhiteMIOPlaceholderMapping.1 ContentMIOPlaceholderMapping.4MIOPlaceholderMapping.TitleMIOPlaceholderMapping.0MIOPlaceholderMapping-NEE ThemeMIOPlaceholderMapping.1 ColumnMIOPlaceholderMapping.4MIOPlaceholderMapping.Title 1MIOPlaceholderMapping.0MIOPlaceholderMapping;NextEra Energy WhiteMIOPlaceholderMapping.1 ContentMIOPlaceholderMapping.4MIOPlaceholderMapping.BodyMIOPlaceholderMapping.16MIOPlaceholderMapping-NEE ThemeMIOPlaceholderMapping.1 ColumnMIOPlaceholderMapping.4MIOPlaceholderMapping.Content Placeholder 6MIOPlaceholderMapping.13MIOPlaceholderMapping;NextEra Energy WhiteMIOPlaceholderMapping.Text: Executive SummaryMIOPlaceholderMapping.18MIOPlaceholderMapping-NEE ThemeMIOPlaceholderMapping.1 ColumnMIOPlaceholderMapping.4MIOPlaceholderMapping;NextEra Energy WhiteMIOPlaceholderMapping.Text: Executive SummaryMIOPlaceholderMapping.18MIOPlaceholderMapping.TitleMIOPlaceholderMapping.0MIOPlaceholderMapping-NEE ThemeMIOPlaceholderMapping.1 ColumnMIOPlaceholderMapping.4MIOPlaceholderMapping.Title 1MIOPlaceholderMapping.0MIOPlaceholderMapping;NextEra Energy WhiteMIOPlaceholderMapping.Text: Executive SummaryMIOPlaceholderMapping.18MIOPlaceholderMapping.BodyMIOPlaceholderMapping.10MIOPlaceholderMapping-NEE ThemeMIOPlaceholderMapping.1 ColumnMIOPlaceholderMapping.4MIOPlaceholderMapping.Content Placeholder 6MIOPlaceholderMapping.13MIOPlaceholderMapping;NextEra Energy WhiteMIOPlaceholderMapping.Agenda or Arrow ListMIOPlaceholderMapping.19MIOPlaceholderMapping-NEE ThemeMIOPlaceholderMapping.1 ColumnMIOPlaceholderMapping.4MIOPlaceholderMapping;NextEra Energy WhiteMIOPlaceholderMapping.Agenda or Arrow ListMIOPlaceholderMapping.19MIOPlaceholderMapping.TitleMIOPlaceholderMapping.0MIOPlaceholderMapping-NEE ThemeMIOPlaceholderMapping.1 ColumnMIOPlaceholderMapping.4MIOPlaceholderMapping.Title 1MIOPlaceholderMapping.0MIOPlaceholderMapping;NextEra Energy WhiteMIOPlaceholderMapping.Agenda or Arrow ListMIOPlaceholderMapping.19MIOPlaceholderMapping.BodyMIOPlaceholderMapping.13MIOPlaceholderMapping-NEE ThemeMIOPlaceholderMapping.1 ColumnMIOPlaceholderMapping.4MIOPlaceholderMapping.Content Placeholder 6MIOPlaceholderMapping.13MIOPlaceholderMapping;2_NextEra Energy WhiteMIOPlaceholderMapping.Text: Executive SummaryMIOPlaceholderMapping.18MIOPlaceholderMapping-NEE ThemeMIOPlaceholderMapping.1 ColumnMIOPlaceholderMapping.4MIOPlaceholderMapping;2_NextEra Energy WhiteMIOPlaceholderMapping.Text: Executive SummaryMIOPlaceholderMapping.18MIOPlaceholderMapping.TitleMIOPlaceholderMapping.0MIOPlaceholderMapping-NEE ThemeMIOPlaceholderMapping.1 ColumnMIOPlaceholderMapping.4MIOPlaceholderMapping.Title 1MIOPlaceholderMapping.0MIOPlaceholderMapping;2_NextEra Energy WhiteMIOPlaceholderMapping.Text: Executive SummaryMIOPlaceholderMapping.18MIOPlaceholderMapping.BodyMIOPlaceholderMapping.10MIOPlaceholderMapping-NEE ThemeMIOPlaceholderMapping.1 ColumnMIOPlaceholderMapping.4MIOPlaceholderMapping.Content Placeholder 6MIOPlaceholderMapping.13MIOPlaceholderMapping;2_NextEra Energy WhiteMIOPlaceholderMapping.Agenda or Arrow ListMIOPlaceholderMapping.19MIOPlaceholderMapping-NEE ThemeMIOPlaceholderMapping.1 ColumnMIOPlaceholderMapping.4MIOPlaceholderMapping;2_NextEra Energy WhiteMIOPlaceholderMapping.Agenda or Arrow ListMIOPlaceholderMapping.19MIOPlaceholderMapping.TitleMIOPlaceholderMapping.0MIOPlaceholderMapping-NEE ThemeMIOPlaceholderMapping.1 ColumnMIOPlaceholderMapping.4MIOPlaceholderMapping.Title 1MIOPlaceholderMapping.0MIOPlaceholderMapping;2_NextEra Energy WhiteMIOPlaceholderMapping.Agenda or Arrow ListMIOPlaceholderMapping.19MIOPlaceholderMapping.BodyMIOPlaceholderMapping.13MIOPlaceholderMapping-NEE ThemeMIOPlaceholderMapping.1 ColumnMIOPlaceholderMapping.4MIOPlaceholderMapping.Content Placeholder 6MIOPlaceholderMapping.13MIOPlaceholderMapping;FPL 16x9MIOPlaceholderMapping.Agenda or Arrow ListMIOPlaceholderMapping.19MIOPlaceholderMapping-NEE ThemeMIOPlaceholderMapping.1 ColumnMIOPlaceholderMapping.4MIOPlaceholderMapping;FPL 16x9MIOPlaceholderMapping.Agenda or Arrow ListMIOPlaceholderMapping.19MIOPlaceholderMapping.Title 1MIOPlaceholderMapping.0MIOPlaceholderMapping-NEE ThemeMIOPlaceholderMapping.1 ColumnMIOPlaceholderMapping.4MIOPlaceholderMapping.Title 1MIOPlaceholderMapping.0MIOPlaceholderMapping;FPL 16x9MIOPlaceholderMapping.Agenda or Arrow ListMIOPlaceholderMapping.19MIOPlaceholderMapping.Text Placeholder 2MIOPlaceholderMapping.13MIOPlaceholderMapping-NEE ThemeMIOPlaceholderMapping.1 ColumnMIOPlaceholderMapping.4MIOPlaceholderMapping.Content Placeholder 6MIOPlaceholderMapping.13MIOPlaceholderMapping;4_neep_v2_2 logosMIOPlaceholderMapping.Title and ContentMIOPlaceholderMapping.2MIOPlaceholderMapping-NEE ThemeMIOPlaceholderMapping.1 ColumnMIOPlaceholderMapping.4MIOPlaceholderMapping;4_neep_v2_2 logosMIOPlaceholderMapping.Title and ContentMIOPlaceholderMapping.2MIOPlaceholderMapping.Title 1MIOPlaceholderMapping.0MIOPlaceholderMapping-NEE ThemeMIOPlaceholderMapping.1 ColumnMIOPlaceholderMapping.4MIOPlaceholderMapping.Title 1MIOPlaceholderMapping.0MIOPlaceholderMapping;4_neep_v2_2 logos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3_FPLGROUP_FinalMIOPlaceholderMapping.Title and ContentMIOPlaceholderMapping.2MIOPlaceholderMapping-NEE ThemeMIOPlaceholderMapping.1 ColumnMIOPlaceholderMapping.4MIOPlaceholderMapping;3_FPLGROUP_FinalMIOPlaceholderMapping.Title and ContentMIOPlaceholderMapping.2MIOPlaceholderMapping.Title 1MIOPlaceholderMapping.0MIOPlaceholderMapping-NEE ThemeMIOPlaceholderMapping.1 ColumnMIOPlaceholderMapping.4MIOPlaceholderMapping.Title 1MIOPlaceholderMapping.0MIOPlaceholderMapping;3_FPLGROUP_FinalMIOPlaceholderMapping.Title and ContentMIOPlaceholderMapping.2MIOPlaceholderMapping.Content Placeholder 2MIOPlaceholderMapping.1MIOPlaceholderMapping-NEE ThemeMIOPlaceholderMapping.1 ColumnMIOPlaceholderMapping.4MIOPlaceholderMapping.Content Placeholder 6MIOPlaceholderMapping.13MIOPlaceholderMapping;3_FPLGROUP_FinalMIOPlaceholderMapping.ContentMIOPlaceholderMapping.14MIOPlaceholderMapping-NEE ThemeMIOPlaceholderMapping.1 ColumnMIOPlaceholderMapping.4MIOPlaceholderMapping;3_FPLGROUP_FinalMIOPlaceholderMapping.ContentMIOPlaceholderMapping.14MIOPlaceholderMapping.Content Placeholder 1MIOPlaceholderMapping.0MIOPlaceholderMapping-NEE ThemeMIOPlaceholderMapping.1 ColumnMIOPlaceholderMapping.4MIOPlaceholderMapping.Content Placeholder 6MIOPlaceholderMapping.13MIOPlaceholderMapping;3_FPLGROUP_FinalMIOPlaceholderMapping.Title and TableMIOPlaceholderMapping.15MIOPlaceholderMapping-NEE ThemeMIOPlaceholderMapping.1 ColumnMIOPlaceholderMapping.4MIOPlaceholderMapping;3_FPLGROUP_FinalMIOPlaceholderMapping.Title and TableMIOPlaceholderMapping.15MIOPlaceholderMapping.Title 1MIOPlaceholderMapping.0MIOPlaceholderMapping-NEE ThemeMIOPlaceholderMapping.1 ColumnMIOPlaceholderMapping.4MIOPlaceholderMapping.Title 1MIOPlaceholderMapping.0MIOPlaceholderMapping;3_FPLGROUP_FinalMIOPlaceholderMapping.Title and TableMIOPlaceholderMapping.15MIOPlaceholderMapping.Table Placeholder 2MIOPlaceholderMapping.1MIOPlaceholderMapping-NEE ThemeMIOPlaceholderMapping.1 ColumnMIOPlaceholderMapping.4MIOPlaceholderMapping.Content Placeholder 6MIOPlaceholderMapping.1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7_neep_v2_2 logosMIOPlaceholderMapping.1_Title and ContentMIOPlaceholderMapping.17MIOPlaceholderMapping-NEE ThemeMIOPlaceholderMapping.1 Column w/ Title and TakeawayMIOPlaceholderMapping.5MIOPlaceholderMapping;7_neep_v2_2 logosMIOPlaceholderMapping.1_Title and ContentMIOPlaceholderMapping.17MIOPlaceholderMapping.Title 1MIOPlaceholderMapping.0MIOPlaceholderMapping-NEE ThemeMIOPlaceholderMapping.1 Column w/ Title and TakeawayMIOPlaceholderMapping.5MIOPlaceholderMapping.Title 1MIOPlaceholderMapping.0MIOPlaceholderMapping;7_neep_v2_2 logosMIOPlaceholderMapping.1_Title and ContentMIOPlaceholderMapping.17MIOPlaceholderMapping.Content Placeholder 2MIOPlaceholderMapping.1MIOPlaceholderMapping-NEE ThemeMIOPlaceholderMapping.1 Column w/ Title and TakeawayMIOPlaceholderMapping.5MIOPlaceholderMapping.Content Placeholder 6MIOPlaceholderMapping.13MIOPlaceholderMapping;7_neep_v2_2 logosMIOPlaceholderMapping.1_Title and ContentMIOPlaceholderMapping.17MIOPlaceholderMapping.Text Placeholder 7MIOPlaceholderMapping.11MIOPlaceholderMapping-NEE ThemeMIOPlaceholderMapping.1 Column w/ Title and TakeawayMIOPlaceholderMapping.5MIOPlaceholderMapping.Source PlaceholderMIOPlaceholderMapping.17MIOPlaceholderMapping;empower_Internal_4x3MIOPlaceholderMapping.Text or ObjectMIOPlaceholderMapping.2MIOPlaceholderMapping.HeaderMIOPlaceholderMapping.10MIOPlaceholderMapping-NEE ThemeMIOPlaceholderMapping.1 Column w/ Title and TakeawayMIOPlaceholderMapping.5MIOPlaceholderMapping.Subtitle PlaceholderMIOPlaceholderMapping.20MIOPlaceholderMapping;empower_Internal_4x3MIOPlaceholderMapping.Text or ObjectMIOPlaceholderMapping.2MIOPlaceholderMapping.TitleMIOPlaceholderMapping.0MIOPlaceholderMapping-NEE ThemeMIOPlaceholderMapping.1 Column w/ Title and TakeawayMIOPlaceholderMapping.5MIOPlaceholderMapping.Title 1MIOPlaceholderMapping.0MIOPlaceholderMapping;empower_Internal_4x3MIOPlaceholderMapping.Text or ObjectMIOPlaceholderMapping.2MIOPlaceholderMapping.BodyMIOPlaceholderMapping.14MIOPlaceholderMapping-NEE ThemeMIOPlaceholderMapping.1 Column w/ Title and TakeawayMIOPlaceholderMapping.5MIOPlaceholderMapping.Content Placeholder 6MIOPlaceholderMapping.13MIOPlaceholderMapping;empower_Internal_4x3MIOPlaceholderMapping.Text or Object; BoxMIOPlaceholderMapping.3MIOPlaceholderMapping.HeaderMIOPlaceholderMapping.10MIOPlaceholderMapping-NEE ThemeMIOPlaceholderMapping.1 Column w/ Title and TakeawayMIOPlaceholderMapping.5MIOPlaceholderMapping.Subtitle PlaceholderMIOPlaceholderMapping.20MIOPlaceholderMapping;empower_Internal_4x3MIOPlaceholderMapping.Text or Object; BoxMIOPlaceholderMapping.3MIOPlaceholderMapping.TitleMIOPlaceholderMapping.0MIOPlaceholderMapping-NEE ThemeMIOPlaceholderMapping.1 Column w/ Title and TakeawayMIOPlaceholderMapping.5MIOPlaceholderMapping.Title 1MIOPlaceholderMapping.0MIOPlaceholderMapping;empower_Internal_4x3MIOPlaceholderMapping.Text or Object; BoxMIOPlaceholderMapping.3MIOPlaceholderMapping.BodyMIOPlaceholderMapping.14MIOPlaceholderMapping-NEE ThemeMIOPlaceholderMapping.1 Column w/ Title and TakeawayMIOPlaceholderMapping.5MIOPlaceholderMapping.Content Placeholder 6MIOPlaceholderMapping.13MIOPlaceholderMapping;empower_Internal_4x3MIOPlaceholderMapping.Text or Object; BoxMIOPlaceholderMapping.3MIOPlaceholderMapping.TakeawayMIOPlaceholderMapping.15MIOPlaceholderMapping-NEE ThemeMIOPlaceholderMapping.1 Column w/ Title and TakeawayMIOPlaceholderMapping.5MIOPlaceholderMapping.Takeaway BoxMIOPlaceholderMapping.21MIOPlaceholderMapping;empower_Internal_4x3MIOPlaceholderMapping.Sub-Title, Text or ObjectMIOPlaceholderMapping.6MIOPlaceholderMapping.HeaderMIOPlaceholderMapping.10MIOPlaceholderMapping-NEE ThemeMIOPlaceholderMapping.1 Column w/ Title and TakeawayMIOPlaceholderMapping.5MIOPlaceholderMapping.Subtitle PlaceholderMIOPlaceholderMapping.20MIOPlaceholderMapping;empower_Internal_4x3MIOPlaceholderMapping.Sub-Title, Text or ObjectMIOPlaceholderMapping.6MIOPlaceholderMapping.TitleMIOPlaceholderMapping.0MIOPlaceholderMapping-NEE ThemeMIOPlaceholderMapping.1 Column w/ Title and TakeawayMIOPlaceholderMapping.5MIOPlaceholderMapping.Title 1MIOPlaceholderMapping.0MIOPlaceholderMapping;empower_Internal_4x3MIOPlaceholderMapping.Sub-Title, Text or ObjectMIOPlaceholderMapping.6MIOPlaceholderMapping.BodyMIOPlaceholderMapping.14MIOPlaceholderMapping-NEE ThemeMIOPlaceholderMapping.1 Column w/ Title and TakeawayMIOPlaceholderMapping.5MIOPlaceholderMapping.Content Placeholder 6MIOPlaceholderMapping.13MIOPlaceholderMapping;2_empower_Internal_4x3MIOPlaceholderMapping.Text or Object; BoxMIOPlaceholderMapping.3MIOPlaceholderMapping.TitleMIOPlaceholderMapping.0MIOPlaceholderMapping-NEE ThemeMIOPlaceholderMapping.1 Column w/ Title and TakeawayMIOPlaceholderMapping.5MIOPlaceholderMapping.Title 1MIOPlaceholderMapping.0MIOPlaceholderMapping;2_empower_Internal_4x3MIOPlaceholderMapping.Text or Object; BoxMIOPlaceholderMapping.3MIOPlaceholderMapping.BodyMIOPlaceholderMapping.14MIOPlaceholderMapping-NEE ThemeMIOPlaceholderMapping.1 Column w/ Title and TakeawayMIOPlaceholderMapping.5MIOPlaceholderMapping.Content Placeholder 6MIOPlaceholderMapping.13MIOPlaceholderMapping;2_empower_Internal_4x3MIOPlaceholderMapping.Text or Object; BoxMIOPlaceholderMapping.3MIOPlaceholderMapping.HeaderMIOPlaceholderMapping.10MIOPlaceholderMapping-NEE ThemeMIOPlaceholderMapping.1 Column w/ Title and TakeawayMIOPlaceholderMapping.5MIOPlaceholderMapping.Subtitle PlaceholderMIOPlaceholderMapping.20MIOPlaceholderMapping;2_empower_Internal_4x3MIOPlaceholderMapping.Text or Object; BoxMIOPlaceholderMapping.3MIOPlaceholderMapping.TakeawayMIOPlaceholderMapping.15MIOPlaceholderMapping-NEE ThemeMIOPlaceholderMapping.1 Column w/ Title and TakeawayMIOPlaceholderMapping.5MIOPlaceholderMapping.Takeaway BoxMIOPlaceholderMapping.21MIOPlaceholderMapping;1_empower_Internal_4x3MIOPlaceholderMapping.Text or Object; BoxMIOPlaceholderMapping.3MIOPlaceholderMapping.TitleMIOPlaceholderMapping.0MIOPlaceholderMapping-NEE ThemeMIOPlaceholderMapping.1 Column w/ Title and TakeawayMIOPlaceholderMapping.5MIOPlaceholderMapping.Title 1MIOPlaceholderMapping.0MIOPlaceholderMapping;1_empower_Internal_4x3MIOPlaceholderMapping.Text or Object; BoxMIOPlaceholderMapping.3MIOPlaceholderMapping.HeaderMIOPlaceholderMapping.10MIOPlaceholderMapping-NEE ThemeMIOPlaceholderMapping.1 Column w/ Title and TakeawayMIOPlaceholderMapping.5MIOPlaceholderMapping.Subtitle PlaceholderMIOPlaceholderMapping.20MIOPlaceholderMapping;1_empower_Internal_4x3MIOPlaceholderMapping.Text or Object; BoxMIOPlaceholderMapping.3MIOPlaceholderMapping.BodyMIOPlaceholderMapping.14MIOPlaceholderMapping-NEE ThemeMIOPlaceholderMapping.1 Column w/ Title and TakeawayMIOPlaceholderMapping.5MIOPlaceholderMapping.Content Placeholder 6MIOPlaceholderMapping.13MIOPlaceholderMapping;1_empower_Internal_4x3MIOPlaceholderMapping.Text or Object; BoxMIOPlaceholderMapping.3MIOPlaceholderMapping.TakeawayMIOPlaceholderMapping.15MIOPlaceholderMapping-NEE ThemeMIOPlaceholderMapping.1 Column w/ Title and TakeawayMIOPlaceholderMapping.5MIOPlaceholderMapping.Takeaway BoxMIOPlaceholderMapping.21MIOPlaceholderMapping;1_empower_Internal_4x3MIOPlaceholderMapping.Sub-Title, Text or ObjectMIOPlaceholderMapping.6MIOPlaceholderMapping.HeaderMIOPlaceholderMapping.10MIOPlaceholderMapping-NEE ThemeMIOPlaceholderMapping.1 Column w/ Title and TakeawayMIOPlaceholderMapping.5MIOPlaceholderMapping.Subtitle PlaceholderMIOPlaceholderMapping.20MIOPlaceholderMapping;1_empower_Internal_4x3MIOPlaceholderMapping.Sub-Title, Text or ObjectMIOPlaceholderMapping.6MIOPlaceholderMapping.TitleMIOPlaceholderMapping.0MIOPlaceholderMapping-NEE ThemeMIOPlaceholderMapping.1 Column w/ Title and TakeawayMIOPlaceholderMapping.5MIOPlaceholderMapping.Title 1MIOPlaceholderMapping.0MIOPlaceholderMapping;1_empower_Internal_4x3MIOPlaceholderMapping.Sub-Title, Text or ObjectMIOPlaceholderMapping.6MIOPlaceholderMapping.BodyMIOPlaceholderMapping.14MIOPlaceholderMapping-NEE ThemeMIOPlaceholderMapping.1 Column w/ Title and TakeawayMIOPlaceholderMapping.5MIOPlaceholderMapping.Content Placeholder 6MIOPlaceholderMapping.13MIOPlaceholderMapping;2_empower_Internal_4x3MIOPlaceholderMapping.Text or Object; BoxMIOPlaceholderMapping.3MIOPlaceholderMapping-NEE ThemeMIOPlaceholderMapping.1 Column w/ Title and TakeawayMIOPlaceholderMapping.5MIOPlaceholderMapping;FPL 4x3MIOPlaceholderMapping.Text Only; BoxMIOPlaceholderMapping.4MIOPlaceholderMapping-NEE ThemeMIOPlaceholderMapping.1 Column w/ Title and TakeawayMIOPlaceholderMapping.5MIOPlaceholderMapping;FPL 4x3MIOPlaceholderMapping.Text Only; BoxMIOPlaceholderMapping.4MIOPlaceholderMapping.Text Placeholder 4MIOPlaceholderMapping.10MIOPlaceholderMapping-NEE ThemeMIOPlaceholderMapping.1 Column w/ Title and TakeawayMIOPlaceholderMapping.5MIOPlaceholderMapping.Title 1MIOPlaceholderMapping.0MIOPlaceholderMapping;FPL 4x3MIOPlaceholderMapping.Text Only; BoxMIOPlaceholderMapping.4MIOPlaceholderMapping.Title 2MIOPlaceholderMapping.0MIOPlaceholderMapping-NEE ThemeMIOPlaceholderMapping.1 Column w/ Title and TakeawayMIOPlaceholderMapping.5MIOPlaceholderMapping.Subtitle PlaceholderMIOPlaceholderMapping.20MIOPlaceholderMapping;FPL 4x3MIOPlaceholderMapping.Text Only; BoxMIOPlaceholderMapping.4MIOPlaceholderMapping.Text Placeholder 7MIOPlaceholderMapping.14MIOPlaceholderMapping-NEE ThemeMIOPlaceholderMapping.1 Column w/ Title and TakeawayMIOPlaceholderMapping.5MIOPlaceholderMapping.Content Placeholder 6MIOPlaceholderMapping.13MIOPlaceholderMapping;FPL 4x3MIOPlaceholderMapping.Text Only; BoxMIOPlaceholderMapping.4MIOPlaceholderMapping.Text Placeholder 5MIOPlaceholderMapping.12MIOPlaceholderMapping-NEE ThemeMIOPlaceholderMapping.1 Column w/ Title and TakeawayMIOPlaceholderMapping.5MIOPlaceholderMapping.Takeaway BoxMIOPlaceholderMapping.21MIOPlaceholderMapping;FPL 4x3MIOPlaceholderMapping.Text Only; BoxMIOPlaceholderMapping.4MIOPlaceholderMapping.Text Placeholder 10MIOPlaceholderMapping.13MIOPlaceholderMapping-NEE ThemeMIOPlaceholderMapping.1 Column w/ Title and TakeawayMIOPlaceholderMapping.5MIOPlaceholderMapping.Source PlaceholderMIOPlaceholderMapping.17MIOPlaceholderMapping;FPL 4x3MIOPlaceholderMapping.Object; Caption; BoxMIOPlaceholderMapping.5MIOPlaceholderMapping-NEE ThemeMIOPlaceholderMapping.1 Column w/ Title and TakeawayMIOPlaceholderMapping.5MIOPlaceholderMapping;FPL 4x3MIOPlaceholderMapping.Object; Caption; BoxMIOPlaceholderMapping.5MIOPlaceholderMapping.Text Placeholder 4MIOPlaceholderMapping.10MIOPlaceholderMapping-NEE ThemeMIOPlaceholderMapping.1 Column w/ Title and TakeawayMIOPlaceholderMapping.5MIOPlaceholderMapping.Title 1MIOPlaceholderMapping.0MIOPlaceholderMapping;FPL 4x3MIOPlaceholderMapping.Object; Caption; BoxMIOPlaceholderMapping.5MIOPlaceholderMapping.Title 1MIOPlaceholderMapping.0MIOPlaceholderMapping-NEE ThemeMIOPlaceholderMapping.1 Column w/ Title and TakeawayMIOPlaceholderMapping.5MIOPlaceholderMapping.Subtitle PlaceholderMIOPlaceholderMapping.20MIOPlaceholderMapping;FPL 4x3MIOPlaceholderMapping.Object; Caption; BoxMIOPlaceholderMapping.5MIOPlaceholderMapping.Content Placeholder 2MIOPlaceholderMapping.11MIOPlaceholderMapping-NEE ThemeMIOPlaceholderMapping.1 Column w/ Title and TakeawayMIOPlaceholderMapping.5MIOPlaceholderMapping.Content Placeholder 6MIOPlaceholderMapping.13MIOPlaceholderMapping;FPL 4x3MIOPlaceholderMapping.Object; Caption; BoxMIOPlaceholderMapping.5MIOPlaceholderMapping.Text Placeholder 5MIOPlaceholderMapping.12MIOPlaceholderMapping-NEE ThemeMIOPlaceholderMapping.1 Column w/ Title and TakeawayMIOPlaceholderMapping.5MIOPlaceholderMapping.Takeaway BoxMIOPlaceholderMapping.21MIOPlaceholderMapping;FPL 4x3MIOPlaceholderMapping.Object; BoxMIOPlaceholderMapping.6MIOPlaceholderMapping-NEE ThemeMIOPlaceholderMapping.1 Column w/ Title and TakeawayMIOPlaceholderMapping.5MIOPlaceholderMapping;FPL 4x3MIOPlaceholderMapping.Object; BoxMIOPlaceholderMapping.6MIOPlaceholderMapping.Text Placeholder 4MIOPlaceholderMapping.10MIOPlaceholderMapping-NEE ThemeMIOPlaceholderMapping.1 Column w/ Title and TakeawayMIOPlaceholderMapping.5MIOPlaceholderMapping.Title 1MIOPlaceholderMapping.0MIOPlaceholderMapping;FPL 4x3MIOPlaceholderMapping.Object; BoxMIOPlaceholderMapping.6MIOPlaceholderMapping.Title 1MIOPlaceholderMapping.0MIOPlaceholderMapping-NEE ThemeMIOPlaceholderMapping.1 Column w/ Title and TakeawayMIOPlaceholderMapping.5MIOPlaceholderMapping.Subtitle PlaceholderMIOPlaceholderMapping.20MIOPlaceholderMapping;FPL 4x3MIOPlaceholderMapping.Object; BoxMIOPlaceholderMapping.6MIOPlaceholderMapping.Content Placeholder 2MIOPlaceholderMapping.11MIOPlaceholderMapping-NEE ThemeMIOPlaceholderMapping.1 Column w/ Title and TakeawayMIOPlaceholderMapping.5MIOPlaceholderMapping.Content Placeholder 6MIOPlaceholderMapping.13MIOPlaceholderMapping;FPL 4x3MIOPlaceholderMapping.Object; BoxMIOPlaceholderMapping.6MIOPlaceholderMapping.Text Placeholder 5MIOPlaceholderMapping.12MIOPlaceholderMapping-NEE ThemeMIOPlaceholderMapping.1 Column w/ Title and TakeawayMIOPlaceholderMapping.5MIOPlaceholderMapping.Takeaway BoxMIOPlaceholderMapping.21MIOPlaceholderMapping;FPL 4x3MIOPlaceholderMapping.Object; BoxMIOPlaceholderMapping.6MIOPlaceholderMapping.Text Placeholder 10MIOPlaceholderMapping.13MIOPlaceholderMapping-NEE ThemeMIOPlaceholderMapping.1 Column w/ Title and TakeawayMIOPlaceholderMapping.5MIOPlaceholderMapping.Source PlaceholderMIOPlaceholderMapping.17MIOPlaceholderMapping;FPL 4x3MIOPlaceholderMapping.1_Text or ObjectMIOPlaceholderMapping.31MIOPlaceholderMapping-NEE ThemeMIOPlaceholderMapping.1 Column w/ Title and TakeawayMIOPlaceholderMapping.5MIOPlaceholderMapping;FPL 4x3MIOPlaceholderMapping.1_Text or ObjectMIOPlaceholderMapping.31MIOPlaceholderMapping.HeaderMIOPlaceholderMapping.10MIOPlaceholderMapping-NEE ThemeMIOPlaceholderMapping.1 Column w/ Title and TakeawayMIOPlaceholderMapping.5MIOPlaceholderMapping.Title 1MIOPlaceholderMapping.0MIOPlaceholderMapping;FPL 4x3MIOPlaceholderMapping.1_Text or ObjectMIOPlaceholderMapping.31MIOPlaceholderMapping.TitleMIOPlaceholderMapping.0MIOPlaceholderMapping-NEE ThemeMIOPlaceholderMapping.1 Column w/ Title and TakeawayMIOPlaceholderMapping.5MIOPlaceholderMapping.Subtitle PlaceholderMIOPlaceholderMapping.20MIOPlaceholderMapping;FPL 4x3MIOPlaceholderMapping.1_Text or ObjectMIOPlaceholderMapping.31MIOPlaceholderMapping.BodyMIOPlaceholderMapping.14MIOPlaceholderMapping-NEE ThemeMIOPlaceholderMapping.1 Column w/ Title and TakeawayMIOPlaceholderMapping.5MIOPlaceholderMapping.Content Placeholder 6MIOPlaceholderMapping.13MIOPlaceholderMapping;FPL 4x3MIOPlaceholderMapping.1_2 Vertical Text or ObjectMIOPlaceholderMapping.32MIOPlaceholderMapping-NEE ThemeMIOPlaceholderMapping.1 Column w/ Title and TakeawayMIOPlaceholderMapping.5MIOPlaceholderMapping;FPL 4x3MIOPlaceholderMapping.1_2 Vertical Text or ObjectMIOPlaceholderMapping.32MIOPlaceholderMapping.HeaderMIOPlaceholderMapping.10MIOPlaceholderMapping-NEE ThemeMIOPlaceholderMapping.1 Column w/ Title and TakeawayMIOPlaceholderMapping.5MIOPlaceholderMapping.Title 1MIOPlaceholderMapping.0MIOPlaceholderMapping;FPL 4x3MIOPlaceholderMapping.1_2 Vertical Text or ObjectMIOPlaceholderMapping.32MIOPlaceholderMapping.TitleMIOPlaceholderMapping.0MIOPlaceholderMapping-NEE ThemeMIOPlaceholderMapping.1 Column w/ Title and TakeawayMIOPlaceholderMapping.5MIOPlaceholderMapping.Subtitle PlaceholderMIOPlaceholderMapping.20MIOPlaceholderMapping;FPL 4x3MIOPlaceholderMapping.1_2 Vertical Text or ObjectMIOPlaceholderMapping.32MIOPlaceholderMapping.BodyMIOPlaceholderMapping.14MIOPlaceholderMapping-NEE ThemeMIOPlaceholderMapping.1 Column w/ Title and TakeawayMIOPlaceholderMapping.5MIOPlaceholderMapping.Content Placeholder 6MIOPlaceholderMapping.13MIOPlaceholderMapping;FPL 4x3MIOPlaceholderMapping.1_2 Vertical Text or ObjectMIOPlaceholderMapping.32MIOPlaceholderMapping.BodyMIOPlaceholderMapping.15MIOPlaceholderMapping-NEE ThemeMIOPlaceholderMapping.1 Column w/ Title and TakeawayMIOPlaceholderMapping.5MIOPlaceholderMapping.Takeaway BoxMIOPlaceholderMapping.21MIOPlaceholderMapping;FPL 4x3MIOPlaceholderMapping.2 Vertical Text or Object; BoxMIOPlaceholderMapping.33MIOPlaceholderMapping-NEE ThemeMIOPlaceholderMapping.1 Column w/ Title and TakeawayMIOPlaceholderMapping.5MIOPlaceholderMapping;FPL 4x3MIOPlaceholderMapping.2 Vertical Text or Object; BoxMIOPlaceholderMapping.33MIOPlaceholderMapping.HeaderMIOPlaceholderMapping.10MIOPlaceholderMapping-NEE ThemeMIOPlaceholderMapping.1 Column w/ Title and TakeawayMIOPlaceholderMapping.5MIOPlaceholderMapping.Title 1MIOPlaceholderMapping.0MIOPlaceholderMapping;FPL 4x3MIOPlaceholderMapping.2 Vertical Text or Object; BoxMIOPlaceholderMapping.33MIOPlaceholderMapping.TitleMIOPlaceholderMapping.0MIOPlaceholderMapping-NEE ThemeMIOPlaceholderMapping.1 Column w/ Title and TakeawayMIOPlaceholderMapping.5MIOPlaceholderMapping.Subtitle PlaceholderMIOPlaceholderMapping.20MIOPlaceholderMapping;FPL 4x3MIOPlaceholderMapping.2 Vertical Text or Object; BoxMIOPlaceholderMapping.33MIOPlaceholderMapping.BodyMIOPlaceholderMapping.14MIOPlaceholderMapping-NEE ThemeMIOPlaceholderMapping.1 Column w/ Title and TakeawayMIOPlaceholderMapping.5MIOPlaceholderMapping.Content Placeholder 6MIOPlaceholderMapping.13MIOPlaceholderMapping;FPL 4x3MIOPlaceholderMapping.2 Vertical Text or Object; BoxMIOPlaceholderMapping.33MIOPlaceholderMapping.BodyMIOPlaceholderMapping.16MIOPlaceholderMapping-NEE ThemeMIOPlaceholderMapping.1 Column w/ Title and TakeawayMIOPlaceholderMapping.5MIOPlaceholderMapping.Source PlaceholderMIOPlaceholderMapping.17MIOPlaceholderMapping;FPL 4x3MIOPlaceholderMapping.2 Vertical Text or Object; BoxMIOPlaceholderMapping.33MIOPlaceholderMapping.TakeawayMIOPlaceholderMapping.15MIOPlaceholderMapping-NEE ThemeMIOPlaceholderMapping.1 Column w/ Title and TakeawayMIOPlaceholderMapping.5MIOPlaceholderMapping.Takeaway BoxMIOPlaceholderMapping.21MIOPlaceholderMapping;empower_Internal_4x3MIOPlaceholderMapping.1_Text or Object; BoxMIOPlaceholderMapping.26MIOPlaceholderMapping-NEE ThemeMIOPlaceholderMapping.1 Column w/ Title and TakeawayMIOPlaceholderMapping.5MIOPlaceholderMapping;empower_Internal_4x3MIOPlaceholderMapping.1_Text or Object; BoxMIOPlaceholderMapping.26MIOPlaceholderMapping.HeaderMIOPlaceholderMapping.10MIOPlaceholderMapping-NEE ThemeMIOPlaceholderMapping.1 Column w/ Title and TakeawayMIOPlaceholderMapping.5MIOPlaceholderMapping.Title 1MIOPlaceholderMapping.0MIOPlaceholderMapping;empower_Internal_4x3MIOPlaceholderMapping.1_Text or Object; BoxMIOPlaceholderMapping.26MIOPlaceholderMapping.TitleMIOPlaceholderMapping.0MIOPlaceholderMapping-NEE ThemeMIOPlaceholderMapping.1 Column w/ Title and TakeawayMIOPlaceholderMapping.5MIOPlaceholderMapping.Subtitle PlaceholderMIOPlaceholderMapping.20MIOPlaceholderMapping;empower_Internal_4x3MIOPlaceholderMapping.1_Text or Object; BoxMIOPlaceholderMapping.26MIOPlaceholderMapping.BodyMIOPlaceholderMapping.14MIOPlaceholderMapping-NEE ThemeMIOPlaceholderMapping.1 Column w/ Title and TakeawayMIOPlaceholderMapping.5MIOPlaceholderMapping.Content Placeholder 6MIOPlaceholderMapping.13MIOPlaceholderMapping;empower_Internal_4x3MIOPlaceholderMapping.1_Text or Object; BoxMIOPlaceholderMapping.26MIOPlaceholderMapping.TakeawayMIOPlaceholderMapping.15MIOPlaceholderMapping-NEE ThemeMIOPlaceholderMapping.1 Column w/ Title and TakeawayMIOPlaceholderMapping.5MIOPlaceholderMapping.Takeaway BoxMIOPlaceholderMapping.21MIOPlaceholderMapping;1_neep_v2_2 logosMIOPlaceholderMapping.Text or Object; BoxMIOPlaceholderMapping.14MIOPlaceholderMapping-NEE ThemeMIOPlaceholderMapping.1 Column w/ Title and TakeawayMIOPlaceholderMapping.5MIOPlaceholderMapping;1_neep_v2_2 logosMIOPlaceholderMapping.Text or Object; BoxMIOPlaceholderMapping.14MIOPlaceholderMapping.HeaderMIOPlaceholderMapping.10MIOPlaceholderMapping-NEE ThemeMIOPlaceholderMapping.1 Column w/ Title and TakeawayMIOPlaceholderMapping.5MIOPlaceholderMapping.Title 1MIOPlaceholderMapping.0MIOPlaceholderMapping;1_neep_v2_2 logosMIOPlaceholderMapping.Text or Object; BoxMIOPlaceholderMapping.14MIOPlaceholderMapping.TitleMIOPlaceholderMapping.0MIOPlaceholderMapping-NEE ThemeMIOPlaceholderMapping.1 Column w/ Title and TakeawayMIOPlaceholderMapping.5MIOPlaceholderMapping.Subtitle PlaceholderMIOPlaceholderMapping.20MIOPlaceholderMapping;1_neep_v2_2 logosMIOPlaceholderMapping.Text or Object; BoxMIOPlaceholderMapping.14MIOPlaceholderMapping.BodyMIOPlaceholderMapping.14MIOPlaceholderMapping-NEE ThemeMIOPlaceholderMapping.1 Column w/ Title and TakeawayMIOPlaceholderMapping.5MIOPlaceholderMapping.Content Placeholder 6MIOPlaceholderMapping.13MIOPlaceholderMapping;1_neep_v2_2 logosMIOPlaceholderMapping.Text or Object; BoxMIOPlaceholderMapping.14MIOPlaceholderMapping.TakeawayMIOPlaceholderMapping.15MIOPlaceholderMapping-NEE ThemeMIOPlaceholderMapping.1 Column w/ Title and TakeawayMIOPlaceholderMapping.5MIOPlaceholderMapping.Takeaway BoxMIOPlaceholderMapping.21MIOPlaceholderMapping;5_neep_v2_2 logosMIOPlaceholderMapping.1_Text or Object; BoxMIOPlaceholderMapping.1MIOPlaceholderMapping-NEE ThemeMIOPlaceholderMapping.1 Column w/ Title and TakeawayMIOPlaceholderMapping.5MIOPlaceholderMapping;5_neep_v2_2 logosMIOPlaceholderMapping.1_Text or Object; BoxMIOPlaceholderMapping.1MIOPlaceholderMapping.HeaderMIOPlaceholderMapping.10MIOPlaceholderMapping-NEE ThemeMIOPlaceholderMapping.1 Column w/ Title and TakeawayMIOPlaceholderMapping.5MIOPlaceholderMapping.Title 1MIOPlaceholderMapping.0MIOPlaceholderMapping;5_neep_v2_2 logosMIOPlaceholderMapping.1_Text or Object; BoxMIOPlaceholderMapping.1MIOPlaceholderMapping.TitleMIOPlaceholderMapping.0MIOPlaceholderMapping-NEE ThemeMIOPlaceholderMapping.1 Column w/ Title and TakeawayMIOPlaceholderMapping.5MIOPlaceholderMapping.Subtitle PlaceholderMIOPlaceholderMapping.20MIOPlaceholderMapping;5_neep_v2_2 logosMIOPlaceholderMapping.1_Text or Object; BoxMIOPlaceholderMapping.1MIOPlaceholderMapping.BodyMIOPlaceholderMapping.14MIOPlaceholderMapping-NEE ThemeMIOPlaceholderMapping.1 Column w/ Title and TakeawayMIOPlaceholderMapping.5MIOPlaceholderMapping.Content Placeholder 6MIOPlaceholderMapping.13MIOPlaceholderMapping;5_neep_v2_2 logosMIOPlaceholderMapping.1_Text or Object; BoxMIOPlaceholderMapping.1MIOPlaceholderMapping.TakeawayMIOPlaceholderMapping.15MIOPlaceholderMapping-NEE ThemeMIOPlaceholderMapping.1 Column w/ Title and TakeawayMIOPlaceholderMapping.5MIOPlaceholderMapping.Takeaway BoxMIOPlaceholderMapping.21MIOPlaceholderMapping;1_empower_Internal_4x3MIOPlaceholderMapping.3_Text or Object; BoxMIOPlaceholderMapping.26MIOPlaceholderMapping-NEE ThemeMIOPlaceholderMapping.1 Column w/ Title and TakeawayMIOPlaceholderMapping.5MIOPlaceholderMapping;1_empower_Internal_4x3MIOPlaceholderMapping.3_Text or Object; BoxMIOPlaceholderMapping.26MIOPlaceholderMapping.HeaderMIOPlaceholderMapping.10MIOPlaceholderMapping-NEE ThemeMIOPlaceholderMapping.1 Column w/ Title and TakeawayMIOPlaceholderMapping.5MIOPlaceholderMapping.Title 1MIOPlaceholderMapping.0MIOPlaceholderMapping;1_empower_Internal_4x3MIOPlaceholderMapping.3_Text or Object; BoxMIOPlaceholderMapping.26MIOPlaceholderMapping.TitleMIOPlaceholderMapping.0MIOPlaceholderMapping-NEE ThemeMIOPlaceholderMapping.1 Column w/ Title and TakeawayMIOPlaceholderMapping.5MIOPlaceholderMapping.Subtitle PlaceholderMIOPlaceholderMapping.20MIOPlaceholderMapping;1_empower_Internal_4x3MIOPlaceholderMapping.3_Text or Object; BoxMIOPlaceholderMapping.26MIOPlaceholderMapping.BodyMIOPlaceholderMapping.14MIOPlaceholderMapping-NEE ThemeMIOPlaceholderMapping.1 Column w/ Title and TakeawayMIOPlaceholderMapping.5MIOPlaceholderMapping.Content Placeholder 6MIOPlaceholderMapping.13MIOPlaceholderMapping;1_empower_Internal_4x3MIOPlaceholderMapping.3_Text or Object; BoxMIOPlaceholderMapping.26MIOPlaceholderMapping.TakeawayMIOPlaceholderMapping.15MIOPlaceholderMapping-NEE ThemeMIOPlaceholderMapping.1 Column w/ Title and TakeawayMIOPlaceholderMapping.5MIOPlaceholderMapping.Takeaway BoxMIOPlaceholderMapping.21MIOPlaceholderMapping;neep_v2MIOPlaceholderMapping.Text or ObjectMIOPlaceholderMapping.16MIOPlaceholderMapping.TitleMIOPlaceholderMapping.0MIOPlaceholderMapping-NEE ThemeMIOPlaceholderMapping.1 Column w/ Title and TakeawayMIOPlaceholderMapping.5MIOPlaceholderMapping.Title 1MIOPlaceholderMapping.0MIOPlaceholderMapping;neep_v2MIOPlaceholderMapping.Text or ObjectMIOPlaceholderMapping.16MIOPlaceholderMapping.BodyMIOPlaceholderMapping.14MIOPlaceholderMapping-NEE ThemeMIOPlaceholderMapping.1 Column w/ Title and TakeawayMIOPlaceholderMapping.5MIOPlaceholderMapping.Content Placeholder 6MIOPlaceholderMapping.13MIOPlaceholderMapping;neep_v2MIOPlaceholderMapping.Text or ObjectMIOPlaceholderMapping.16MIOPlaceholderMapping.HeaderMIOPlaceholderMapping.10MIOPlaceholderMapping-NEE ThemeMIOPlaceholderMapping.1 Column w/ Title and TakeawayMIOPlaceholderMapping.5MIOPlaceholderMapping.Subtitle PlaceholderMIOPlaceholderMapping.20MIOPlaceholderMapping;FPL 4x3MIOPlaceholderMapping.Text or ObjectMIOPlaceholderMapping.51MIOPlaceholderMapping.HeaderMIOPlaceholderMapping.10MIOPlaceholderMapping-NEE ThemeMIOPlaceholderMapping.1 Column w/ Title and TakeawayMIOPlaceholderMapping.5MIOPlaceholderMapping.Subtitle PlaceholderMIOPlaceholderMapping.20MIOPlaceholderMapping;FPL 4x3MIOPlaceholderMapping.Text or ObjectMIOPlaceholderMapping.51MIOPlaceholderMapping.TitleMIOPlaceholderMapping.0MIOPlaceholderMapping-NEE ThemeMIOPlaceholderMapping.1 Column w/ Title and TakeawayMIOPlaceholderMapping.5MIOPlaceholderMapping.Title 1MIOPlaceholderMapping.0MIOPlaceholderMapping;FPL 4x3MIOPlaceholderMapping.Text or ObjectMIOPlaceholderMapping.51MIOPlaceholderMapping.BodyMIOPlaceholderMapping.14MIOPlaceholderMapping-NEE ThemeMIOPlaceholderMapping.1 Column w/ Title and TakeawayMIOPlaceholderMapping.5MIOPlaceholderMapping.Content Placeholder 6MIOPlaceholderMapping.13MIOPlaceholderMapping;FPL 4x3MIOPlaceholderMapping.Text or Object; BoxMIOPlaceholderMapping.54MIOPlaceholderMapping.HeaderMIOPlaceholderMapping.10MIOPlaceholderMapping-NEE ThemeMIOPlaceholderMapping.1 Column w/ Title and TakeawayMIOPlaceholderMapping.5MIOPlaceholderMapping.Subtitle PlaceholderMIOPlaceholderMapping.20MIOPlaceholderMapping;FPL 4x3MIOPlaceholderMapping.Text or Object; BoxMIOPlaceholderMapping.54MIOPlaceholderMapping.TitleMIOPlaceholderMapping.0MIOPlaceholderMapping-NEE ThemeMIOPlaceholderMapping.1 Column w/ Title and TakeawayMIOPlaceholderMapping.5MIOPlaceholderMapping.Title 1MIOPlaceholderMapping.0MIOPlaceholderMapping;FPL 4x3MIOPlaceholderMapping.Text or Object; BoxMIOPlaceholderMapping.54MIOPlaceholderMapping.BodyMIOPlaceholderMapping.14MIOPlaceholderMapping-NEE ThemeMIOPlaceholderMapping.1 Column w/ Title and TakeawayMIOPlaceholderMapping.5MIOPlaceholderMapping.Content Placeholder 6MIOPlaceholderMapping.13MIOPlaceholderMapping;FPL 4x3MIOPlaceholderMapping.Text or Object; BoxMIOPlaceholderMapping.54MIOPlaceholderMapping.TakeawayMIOPlaceholderMapping.15MIOPlaceholderMapping-NEE ThemeMIOPlaceholderMapping.1 Column w/ Title and TakeawayMIOPlaceholderMapping.5MIOPlaceholderMapping.Takeaway BoxMIOPlaceholderMapping.2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Two ContentMIOPlaceholderMapping.4MIOPlaceholderMapping-NEE ThemeMIOPlaceholderMapping.2 ColumnMIOPlaceholderMapping.6MIOPlaceholderMapping;2_FPLGROUP_FinalMIOPlaceholderMapping.Two ContentMIOPlaceholderMapping.4MIOPlaceholderMapping.Title 1MIOPlaceholderMapping.0MIOPlaceholderMapping-NEE ThemeMIOPlaceholderMapping.2 ColumnMIOPlaceholderMapping.6MIOPlaceholderMapping.Title 1MIOPlaceholderMapping.0MIOPlaceholderMapping;2_FPLGROUP_Final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2_neep_v2_2 logosMIOPlaceholderMapping.Two ContentMIOPlaceholderMapping.4MIOPlaceholderMapping-NEE ThemeMIOPlaceholderMapping.2 ColumnMIOPlaceholderMapping.6MIOPlaceholderMapping;2_neep_v2_2 logosMIOPlaceholderMapping.Two ContentMIOPlaceholderMapping.4MIOPlaceholderMapping.Title 1MIOPlaceholderMapping.0MIOPlaceholderMapping-NEE ThemeMIOPlaceholderMapping.2 ColumnMIOPlaceholderMapping.6MIOPlaceholderMapping.Title 1MIOPlaceholderMapping.0MIOPlaceholderMapping;2_neep_v2_2 logos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2_neep_v2_2 logos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neep_v2MIOPlaceholderMapping.Two ContentMIOPlaceholderMapping.4MIOPlaceholderMapping-NEE ThemeMIOPlaceholderMapping.2 ColumnMIOPlaceholderMapping.6MIOPlaceholderMapping;neep_v2MIOPlaceholderMapping.Two ContentMIOPlaceholderMapping.4MIOPlaceholderMapping.Title 1MIOPlaceholderMapping.0MIOPlaceholderMapping-NEE ThemeMIOPlaceholderMapping.2 ColumnMIOPlaceholderMapping.6MIOPlaceholderMapping.Title 1MIOPlaceholderMapping.0MIOPlaceholderMapping;neep_v2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neep_v2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8_blankMIOPlaceholderMapping.Two ContentMIOPlaceholderMapping.3MIOPlaceholderMapping-NEE ThemeMIOPlaceholderMapping.2 ColumnMIOPlaceholderMapping.6MIOPlaceholderMapping;8_blankMIOPlaceholderMapping.Two ContentMIOPlaceholderMapping.3MIOPlaceholderMapping.Title 1MIOPlaceholderMapping.0MIOPlaceholderMapping-NEE ThemeMIOPlaceholderMapping.2 ColumnMIOPlaceholderMapping.6MIOPlaceholderMapping.Title 1MIOPlaceholderMapping.0MIOPlaceholderMapping;8_blankMIOPlaceholderMapping.Two ContentMIOPlaceholderMapping.3MIOPlaceholderMapping.Content Placeholder 2MIOPlaceholderMapping.1MIOPlaceholderMapping-NEE ThemeMIOPlaceholderMapping.2 ColumnMIOPlaceholderMapping.6MIOPlaceholderMapping.Content Placeholder LeftMIOPlaceholderMapping.13MIOPlaceholderMapping;8_blankMIOPlaceholderMapping.Two ContentMIOPlaceholderMapping.3MIOPlaceholderMapping.Content Placeholder 3MIOPlaceholderMapping.2MIOPlaceholderMapping-NEE ThemeMIOPlaceholderMapping.2 ColumnMIOPlaceholderMapping.6MIOPlaceholderMapping.Content Placeholder RightMIOPlaceholderMapping.14MIOPlaceholderMapping;7_neep_v2_2 logosMIOPlaceholderMapping.Two ContentMIOPlaceholderMapping.4MIOPlaceholderMapping-NEE ThemeMIOPlaceholderMapping.2 ColumnMIOPlaceholderMapping.6MIOPlaceholderMapping;7_neep_v2_2 logosMIOPlaceholderMapping.Two ContentMIOPlaceholderMapping.4MIOPlaceholderMapping.Title 1MIOPlaceholderMapping.0MIOPlaceholderMapping-NEE ThemeMIOPlaceholderMapping.2 ColumnMIOPlaceholderMapping.6MIOPlaceholderMapping.Title 1MIOPlaceholderMapping.0MIOPlaceholderMapping;7_neep_v2_2 logos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7_neep_v2_2 logos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7_neep_v2_2 logosMIOPlaceholderMapping.1_Two ContentMIOPlaceholderMapping.15MIOPlaceholderMapping-NEE ThemeMIOPlaceholderMapping.2 ColumnMIOPlaceholderMapping.6MIOPlaceholderMapping;7_neep_v2_2 logosMIOPlaceholderMapping.1_Two ContentMIOPlaceholderMapping.15MIOPlaceholderMapping.Title 4MIOPlaceholderMapping.0MIOPlaceholderMapping-NEE ThemeMIOPlaceholderMapping.2 ColumnMIOPlaceholderMapping.6MIOPlaceholderMapping.Title 1MIOPlaceholderMapping.0MIOPlaceholderMapping;7_neep_v2_2 logosMIOPlaceholderMapping.1_Two ContentMIOPlaceholderMapping.15MIOPlaceholderMapping.Content Placeholder 2MIOPlaceholderMapping.1MIOPlaceholderMapping-NEE ThemeMIOPlaceholderMapping.2 ColumnMIOPlaceholderMapping.6MIOPlaceholderMapping.Content Placeholder LeftMIOPlaceholderMapping.13MIOPlaceholderMapping;7_neep_v2_2 logosMIOPlaceholderMapping.1_Two ContentMIOPlaceholderMapping.15MIOPlaceholderMapping.Content Placeholder 3MIOPlaceholderMapping.2MIOPlaceholderMapping-NEE ThemeMIOPlaceholderMapping.2 ColumnMIOPlaceholderMapping.6MIOPlaceholderMapping.Content Placeholder RightMIOPlaceholderMapping.14MIOPlaceholderMapping;empower_Internal_4x3MIOPlaceholderMapping.2 Vertical Text or ObjectMIOPlaceholderMapping.4MIOPlaceholderMapping.TitleMIOPlaceholderMapping.0MIOPlaceholderMapping-NEE ThemeMIOPlaceholderMapping.2 ColumnMIOPlaceholderMapping.6MIOPlaceholderMapping.Title 1MIOPlaceholderMapping.0MIOPlaceholderMapping;empower_Internal_4x3MIOPlaceholderMapping.2 Vertical Text or ObjectMIOPlaceholderMapping.4MIOPlaceholderMapping.BodyMIOPlaceholderMapping.14MIOPlaceholderMapping-NEE ThemeMIOPlaceholderMapping.2 ColumnMIOPlaceholderMapping.6MIOPlaceholderMapping.Content Placeholder LeftMIOPlaceholderMapping.13MIOPlaceholderMapping;empower_Internal_4x3MIOPlaceholderMapping.2 Vertical Text or ObjectMIOPlaceholderMapping.4MIOPlaceholderMapping.BodyMIOPlaceholderMapping.15MIOPlaceholderMapping-NEE ThemeMIOPlaceholderMapping.2 ColumnMIOPlaceholderMapping.6MIOPlaceholderMapping.Content Placeholder RightMIOPlaceholderMapping.14MIOPlaceholderMapping;empower_Internal_4x3MIOPlaceholderMapping.2 Text or ObjectMIOPlaceholderMapping.7MIOPlaceholderMapping.TitleMIOPlaceholderMapping.0MIOPlaceholderMapping-NEE ThemeMIOPlaceholderMapping.2 ColumnMIOPlaceholderMapping.6MIOPlaceholderMapping.Title 1MIOPlaceholderMapping.0MIOPlaceholderMapping;empower_Internal_4x3MIOPlaceholderMapping.2 Text or ObjectMIOPlaceholderMapping.7MIOPlaceholderMapping.BodyMIOPlaceholderMapping.21MIOPlaceholderMapping-NEE ThemeMIOPlaceholderMapping.2 ColumnMIOPlaceholderMapping.6MIOPlaceholderMapping.Content Placeholder LeftMIOPlaceholderMapping.13MIOPlaceholderMapping;empower_Internal_4x3MIOPlaceholderMapping.2 Text or ObjectMIOPlaceholderMapping.7MIOPlaceholderMapping.BodyRightMIOPlaceholderMapping.17MIOPlaceholderMapping-NEE ThemeMIOPlaceholderMapping.2 ColumnMIOPlaceholderMapping.6MIOPlaceholderMapping.Content Placeholder RightMIOPlaceholderMapping.14MIOPlaceholderMapping;empower_Internal_4x3MIOPlaceholderMapping.Top Title, Single Sub, Text or ObjectMIOPlaceholderMapping.10MIOPlaceholderMapping.TitleMIOPlaceholderMapping.0MIOPlaceholderMapping-NEE ThemeMIOPlaceholderMapping.2 ColumnMIOPlaceholderMapping.6MIOPlaceholderMapping.Title 1MIOPlaceholderMapping.0MIOPlaceholderMapping;empower_Internal_4x3MIOPlaceholderMapping.Top Title, Single Sub, Text or ObjectMIOPlaceholderMapping.10MIOPlaceholderMapping.BodyMIOPlaceholderMapping.21MIOPlaceholderMapping-NEE ThemeMIOPlaceholderMapping.2 ColumnMIOPlaceholderMapping.6MIOPlaceholderMapping.Content Placeholder LeftMIOPlaceholderMapping.13MIOPlaceholderMapping;empower_Internal_4x3MIOPlaceholderMapping.Top Title, Single Sub, Text or ObjectMIOPlaceholderMapping.10MIOPlaceholderMapping.BodyRightMIOPlaceholderMapping.17MIOPlaceholderMapping-NEE ThemeMIOPlaceholderMapping.2 ColumnMIOPlaceholderMapping.6MIOPlaceholderMapping.Content Placeholder RightMIOPlaceholderMapping.14MIOPlaceholderMapping;NextEra Energy BlueMIOPlaceholderMapping.2 ContentMIOPlaceholderMapping.3MIOPlaceholderMapping.TitleMIOPlaceholderMapping.0MIOPlaceholderMapping-NEE ThemeMIOPlaceholderMapping.2 ColumnMIOPlaceholderMapping.6MIOPlaceholderMapping.Title 1MIOPlaceholderMapping.0MIOPlaceholderMapping;NextEra Energy BlueMIOPlaceholderMapping.2 ContentMIOPlaceholderMapping.3MIOPlaceholderMapping.BodyLeftMIOPlaceholderMapping.16MIOPlaceholderMapping-NEE ThemeMIOPlaceholderMapping.2 ColumnMIOPlaceholderMapping.6MIOPlaceholderMapping.Content Placeholder LeftMIOPlaceholderMapping.13MIOPlaceholderMapping;NextEra Energy BlueMIOPlaceholderMapping.2 ContentMIOPlaceholderMapping.3MIOPlaceholderMapping.BodyRightMIOPlaceholderMapping.17MIOPlaceholderMapping-NEE ThemeMIOPlaceholderMapping.2 ColumnMIOPlaceholderMapping.6MIOPlaceholderMapping.Content Placeholder RightMIOPlaceholderMapping.14MIOPlaceholderMapping;2_empower_Internal_4x3MIOPlaceholderMapping.2 Vertical Text or ObjectMIOPlaceholderMapping.4MIOPlaceholderMapping.TitleMIOPlaceholderMapping.0MIOPlaceholderMapping-NEE ThemeMIOPlaceholderMapping.2 ColumnMIOPlaceholderMapping.6MIOPlaceholderMapping.Title 1MIOPlaceholderMapping.0MIOPlaceholderMapping;2_empower_Internal_4x3MIOPlaceholderMapping.2 Vertical Text or ObjectMIOPlaceholderMapping.4MIOPlaceholderMapping.BodyMIOPlaceholderMapping.14MIOPlaceholderMapping-NEE ThemeMIOPlaceholderMapping.2 ColumnMIOPlaceholderMapping.6MIOPlaceholderMapping.Content Placeholder LeftMIOPlaceholderMapping.13MIOPlaceholderMapping;2_empower_Internal_4x3MIOPlaceholderMapping.2 Vertical Text or ObjectMIOPlaceholderMapping.4MIOPlaceholderMapping.BodyMIOPlaceholderMapping.15MIOPlaceholderMapping-NEE ThemeMIOPlaceholderMapping.2 ColumnMIOPlaceholderMapping.6MIOPlaceholderMapping.Content Placeholder RightMIOPlaceholderMapping.14MIOPlaceholderMapping;8_neep_v2_2 logosMIOPlaceholderMapping.Two ContentMIOPlaceholderMapping.4MIOPlaceholderMapping-NEE ThemeMIOPlaceholderMapping.2 ColumnMIOPlaceholderMapping.6MIOPlaceholderMapping;8_neep_v2_2 logosMIOPlaceholderMapping.Two ContentMIOPlaceholderMapping.4MIOPlaceholderMapping.Title 1MIOPlaceholderMapping.0MIOPlaceholderMapping-NEE ThemeMIOPlaceholderMapping.2 ColumnMIOPlaceholderMapping.6MIOPlaceholderMapping.Title 1MIOPlaceholderMapping.0MIOPlaceholderMapping;8_neep_v2_2 logos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8_neep_v2_2 logos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8_neep_v2_2 logosMIOPlaceholderMapping.2_Two ContentMIOPlaceholderMapping.18MIOPlaceholderMapping-NEE ThemeMIOPlaceholderMapping.2 ColumnMIOPlaceholderMapping.6MIOPlaceholderMapping;8_neep_v2_2 logosMIOPlaceholderMapping.2_Two ContentMIOPlaceholderMapping.18MIOPlaceholderMapping.Title 8MIOPlaceholderMapping.0MIOPlaceholderMapping-NEE ThemeMIOPlaceholderMapping.2 ColumnMIOPlaceholderMapping.6MIOPlaceholderMapping.Title 1MIOPlaceholderMapping.0MIOPlaceholderMapping;8_neep_v2_2 logosMIOPlaceholderMapping.2_Two ContentMIOPlaceholderMapping.18MIOPlaceholderMapping.Content Placeholder 2MIOPlaceholderMapping.1MIOPlaceholderMapping-NEE ThemeMIOPlaceholderMapping.2 ColumnMIOPlaceholderMapping.6MIOPlaceholderMapping.Content Placeholder LeftMIOPlaceholderMapping.13MIOPlaceholderMapping;8_neep_v2_2 logosMIOPlaceholderMapping.2_Two ContentMIOPlaceholderMapping.18MIOPlaceholderMapping.Content Placeholder 3MIOPlaceholderMapping.2MIOPlaceholderMapping-NEE ThemeMIOPlaceholderMapping.2 ColumnMIOPlaceholderMapping.6MIOPlaceholderMapping.Content Placeholder RightMIOPlaceholderMapping.14MIOPlaceholderMapping;8_neep_v2_2 logosMIOPlaceholderMapping.2_Two ContentMIOPlaceholderMapping.18MIOPlaceholderMapping.Text Placeholder 7MIOPlaceholderMapping.11MIOPlaceholderMapping-NEE ThemeMIOPlaceholderMapping.2 ColumnMIOPlaceholderMapping.6MIOPlaceholderMapping.Source PlaceholderMIOPlaceholderMapping.17MIOPlaceholderMapping;9_neep_v2_2 logosMIOPlaceholderMapping.Two ContentMIOPlaceholderMapping.4MIOPlaceholderMapping-NEE ThemeMIOPlaceholderMapping.2 ColumnMIOPlaceholderMapping.6MIOPlaceholderMapping;9_neep_v2_2 logosMIOPlaceholderMapping.Two ContentMIOPlaceholderMapping.4MIOPlaceholderMapping.Title 1MIOPlaceholderMapping.0MIOPlaceholderMapping-NEE ThemeMIOPlaceholderMapping.2 ColumnMIOPlaceholderMapping.6MIOPlaceholderMapping.Title 1MIOPlaceholderMapping.0MIOPlaceholderMapping;9_neep_v2_2 logos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9_neep_v2_2 logos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9_neep_v2_2 logosMIOPlaceholderMapping.1_Two ContentMIOPlaceholderMapping.15MIOPlaceholderMapping-NEE ThemeMIOPlaceholderMapping.2 ColumnMIOPlaceholderMapping.6MIOPlaceholderMapping;9_neep_v2_2 logosMIOPlaceholderMapping.1_Two ContentMIOPlaceholderMapping.15MIOPlaceholderMapping.Title 4MIOPlaceholderMapping.0MIOPlaceholderMapping-NEE ThemeMIOPlaceholderMapping.2 ColumnMIOPlaceholderMapping.6MIOPlaceholderMapping.Title 1MIOPlaceholderMapping.0MIOPlaceholderMapping;9_neep_v2_2 logosMIOPlaceholderMapping.1_Two ContentMIOPlaceholderMapping.15MIOPlaceholderMapping.Content Placeholder 2MIOPlaceholderMapping.1MIOPlaceholderMapping-NEE ThemeMIOPlaceholderMapping.2 ColumnMIOPlaceholderMapping.6MIOPlaceholderMapping.Content Placeholder LeftMIOPlaceholderMapping.13MIOPlaceholderMapping;9_neep_v2_2 logosMIOPlaceholderMapping.1_Two ContentMIOPlaceholderMapping.15MIOPlaceholderMapping.Content Placeholder 3MIOPlaceholderMapping.2MIOPlaceholderMapping-NEE ThemeMIOPlaceholderMapping.2 ColumnMIOPlaceholderMapping.6MIOPlaceholderMapping.Content Placeholder RightMIOPlaceholderMapping.14MIOPlaceholderMapping;1_NextEra Energy BlueMIOPlaceholderMapping.2 ContentMIOPlaceholderMapping.3MIOPlaceholderMapping-NEE ThemeMIOPlaceholderMapping.2 ColumnMIOPlaceholderMapping.6MIOPlaceholderMapping;1_NextEra Energy BlueMIOPlaceholderMapping.2 ContentMIOPlaceholderMapping.3MIOPlaceholderMapping.TitleMIOPlaceholderMapping.0MIOPlaceholderMapping-NEE ThemeMIOPlaceholderMapping.2 ColumnMIOPlaceholderMapping.6MIOPlaceholderMapping.Title 1MIOPlaceholderMapping.0MIOPlaceholderMapping;1_NextEra Energy BlueMIOPlaceholderMapping.2 ContentMIOPlaceholderMapping.3MIOPlaceholderMapping.BodyLeftMIOPlaceholderMapping.16MIOPlaceholderMapping-NEE ThemeMIOPlaceholderMapping.2 ColumnMIOPlaceholderMapping.6MIOPlaceholderMapping.Content Placeholder LeftMIOPlaceholderMapping.13MIOPlaceholderMapping;1_NextEra Energy BlueMIOPlaceholderMapping.2 ContentMIOPlaceholderMapping.3MIOPlaceholderMapping.BodyRightMIOPlaceholderMapping.17MIOPlaceholderMapping-NEE ThemeMIOPlaceholderMapping.2 ColumnMIOPlaceholderMapping.6MIOPlaceholderMapping.Content Placeholder RightMIOPlaceholderMapping.14MIOPlaceholderMapping;2_empower_Internal_4x3MIOPlaceholderMapping.2 Title, Text or ObjectMIOPlaceholderMapping.9MIOPlaceholderMapping-NEE ThemeMIOPlaceholderMapping.2 ColumnMIOPlaceholderMapping.6MIOPlaceholderMapping;2_empower_Internal_4x3MIOPlaceholderMapping.2 Title, Text or ObjectMIOPlaceholderMapping.9MIOPlaceholderMapping.TitleMIOPlaceholderMapping.0MIOPlaceholderMapping-NEE ThemeMIOPlaceholderMapping.2 ColumnMIOPlaceholderMapping.6MIOPlaceholderMapping.Title 1MIOPlaceholderMapping.0MIOPlaceholderMapping;2_empower_Internal_4x3MIOPlaceholderMapping.2 Title, Text or ObjectMIOPlaceholderMapping.9MIOPlaceholderMapping.BodyMIOPlaceholderMapping.21MIOPlaceholderMapping-NEE ThemeMIOPlaceholderMapping.2 ColumnMIOPlaceholderMapping.6MIOPlaceholderMapping.Content Placeholder LeftMIOPlaceholderMapping.13MIOPlaceholderMapping;2_empower_Internal_4x3MIOPlaceholderMapping.2 Title, Text or ObjectMIOPlaceholderMapping.9MIOPlaceholderMapping.BodyRightMIOPlaceholderMapping.17MIOPlaceholderMapping-NEE ThemeMIOPlaceholderMapping.2 ColumnMIOPlaceholderMapping.6MIOPlaceholderMapping.Content Placeholder RightMIOPlaceholderMapping.14MIOPlaceholderMapping;2_empower_Internal_4x3MIOPlaceholderMapping.Top Title, Single Sub, Text or ObjectMIOPlaceholderMapping.10MIOPlaceholderMapping-NEE ThemeMIOPlaceholderMapping.2 ColumnMIOPlaceholderMapping.6MIOPlaceholderMapping;2_empower_Internal_4x3MIOPlaceholderMapping.2 Text or Object; 2 TitlesMIOPlaceholderMapping.11MIOPlaceholderMapping-NEE ThemeMIOPlaceholderMapping.2 ColumnMIOPlaceholderMapping.6MIOPlaceholderMapping;NextEra Energy WhiteMIOPlaceholderMapping.2 ContentMIOPlaceholderMapping.7MIOPlaceholderMapping-NEE ThemeMIOPlaceholderMapping.2 ColumnMIOPlaceholderMapping.6MIOPlaceholderMapping;NextEra Energy WhiteMIOPlaceholderMapping.2 ContentMIOPlaceholderMapping.7MIOPlaceholderMapping.TitleMIOPlaceholderMapping.0MIOPlaceholderMapping-NEE ThemeMIOPlaceholderMapping.2 ColumnMIOPlaceholderMapping.6MIOPlaceholderMapping.Title 1MIOPlaceholderMapping.0MIOPlaceholderMapping;NextEra Energy WhiteMIOPlaceholderMapping.2 ContentMIOPlaceholderMapping.7MIOPlaceholderMapping.BodyLeftMIOPlaceholderMapping.16MIOPlaceholderMapping-NEE ThemeMIOPlaceholderMapping.2 ColumnMIOPlaceholderMapping.6MIOPlaceholderMapping.Content Placeholder LeftMIOPlaceholderMapping.13MIOPlaceholderMapping;NextEra Energy WhiteMIOPlaceholderMapping.2 ContentMIOPlaceholderMapping.7MIOPlaceholderMapping.BodyRightMIOPlaceholderMapping.17MIOPlaceholderMapping-NEE ThemeMIOPlaceholderMapping.2 ColumnMIOPlaceholderMapping.6MIOPlaceholderMapping.Content Placeholder RightMIOPlaceholderMapping.14MIOPlaceholderMapping;NextEra Energy WhiteMIOPlaceholderMapping.Right ContentMIOPlaceholderMapping.8MIOPlaceholderMapping-NEE ThemeMIOPlaceholderMapping.2 ColumnMIOPlaceholderMapping.6MIOPlaceholderMapping;NextEra Energy WhiteMIOPlaceholderMapping.Right ContentMIOPlaceholderMapping.8MIOPlaceholderMapping.BodyRightMIOPlaceholderMapping.17MIOPlaceholderMapping-NEE ThemeMIOPlaceholderMapping.2 ColumnMIOPlaceholderMapping.6MIOPlaceholderMapping.Content Placeholder RightMIOPlaceholderMapping.14MIOPlaceholderMapping;NextEra Energy WhiteMIOPlaceholderMapping.Left Content LayoutMIOPlaceholderMapping.9MIOPlaceholderMapping.TitleMIOPlaceholderMapping.0MIOPlaceholderMapping-NEE ThemeMIOPlaceholderMapping.2 ColumnMIOPlaceholderMapping.6MIOPlaceholderMapping.Title 1MIOPlaceholderMapping.0MIOPlaceholderMapping;NextEra Energy WhiteMIOPlaceholderMapping.Left Content LayoutMIOPlaceholderMapping.9MIOPlaceholderMapping.BodyLeftMIOPlaceholderMapping.16MIOPlaceholderMapping-NEE ThemeMIOPlaceholderMapping.2 ColumnMIOPlaceholderMapping.6MIOPlaceholderMapping.Content Placeholder LeftMIOPlaceholderMapping.13MIOPlaceholderMapping;1_NextEra Energy WhiteMIOPlaceholderMapping.2 ContentMIOPlaceholderMapping.7MIOPlaceholderMapping-NEE ThemeMIOPlaceholderMapping.2 ColumnMIOPlaceholderMapping.6MIOPlaceholderMapping;1_NextEra Energy WhiteMIOPlaceholderMapping.2 ContentMIOPlaceholderMapping.7MIOPlaceholderMapping.TitleMIOPlaceholderMapping.0MIOPlaceholderMapping-NEE ThemeMIOPlaceholderMapping.2 ColumnMIOPlaceholderMapping.6MIOPlaceholderMapping.Title 1MIOPlaceholderMapping.0MIOPlaceholderMapping;1_NextEra Energy WhiteMIOPlaceholderMapping.2 ContentMIOPlaceholderMapping.7MIOPlaceholderMapping.BodyLeftMIOPlaceholderMapping.16MIOPlaceholderMapping-NEE ThemeMIOPlaceholderMapping.2 ColumnMIOPlaceholderMapping.6MIOPlaceholderMapping.Content Placeholder LeftMIOPlaceholderMapping.13MIOPlaceholderMapping;1_NextEra Energy WhiteMIOPlaceholderMapping.2 ContentMIOPlaceholderMapping.7MIOPlaceholderMapping.BodyRightMIOPlaceholderMapping.17MIOPlaceholderMapping-NEE ThemeMIOPlaceholderMapping.2 ColumnMIOPlaceholderMapping.6MIOPlaceholderMapping.Content Placeholder RightMIOPlaceholderMapping.14MIOPlaceholderMapping;1_NextEra Energy WhiteMIOPlaceholderMapping.Right ContentMIOPlaceholderMapping.8MIOPlaceholderMapping-NEE ThemeMIOPlaceholderMapping.2 ColumnMIOPlaceholderMapping.6MIOPlaceholderMapping;1_NextEra Energy WhiteMIOPlaceholderMapping.Right ContentMIOPlaceholderMapping.8MIOPlaceholderMapping.TitleMIOPlaceholderMapping.0MIOPlaceholderMapping-NEE ThemeMIOPlaceholderMapping.2 ColumnMIOPlaceholderMapping.6MIOPlaceholderMapping.Title 1MIOPlaceholderMapping.0MIOPlaceholderMapping;1_NextEra Energy WhiteMIOPlaceholderMapping.Right ContentMIOPlaceholderMapping.8MIOPlaceholderMapping.BodyRightMIOPlaceholderMapping.17MIOPlaceholderMapping-NEE ThemeMIOPlaceholderMapping.2 ColumnMIOPlaceholderMapping.6MIOPlaceholderMapping.Content Placeholder RightMIOPlaceholderMapping.14MIOPlaceholderMapping;1_NextEra Energy WhiteMIOPlaceholderMapping.Left Content LayoutMIOPlaceholderMapping.9MIOPlaceholderMapping-NEE ThemeMIOPlaceholderMapping.2 ColumnMIOPlaceholderMapping.6MIOPlaceholderMapping;1_NextEra Energy WhiteMIOPlaceholderMapping.Left Content LayoutMIOPlaceholderMapping.9MIOPlaceholderMapping.TitleMIOPlaceholderMapping.0MIOPlaceholderMapping-NEE ThemeMIOPlaceholderMapping.2 ColumnMIOPlaceholderMapping.6MIOPlaceholderMapping.Title 1MIOPlaceholderMapping.0MIOPlaceholderMapping;1_NextEra Energy WhiteMIOPlaceholderMapping.Left Content LayoutMIOPlaceholderMapping.9MIOPlaceholderMapping.BodyLeftMIOPlaceholderMapping.16MIOPlaceholderMapping-NEE ThemeMIOPlaceholderMapping.2 ColumnMIOPlaceholderMapping.6MIOPlaceholderMapping.Content Placeholder LeftMIOPlaceholderMapping.13MIOPlaceholderMapping;1_NextEra Energy WhiteMIOPlaceholderMapping.L: Object; R: TextMIOPlaceholderMapping.24MIOPlaceholderMapping-NEE ThemeMIOPlaceholderMapping.2 ColumnMIOPlaceholderMapping.6MIOPlaceholderMapping;1_NextEra Energy WhiteMIOPlaceholderMapping.L: Object; R: TextMIOPlaceholderMapping.24MIOPlaceholderMapping.Text Placeholder 4MIOPlaceholderMapping.10MIOPlaceholderMapping-NEE ThemeMIOPlaceholderMapping.2 ColumnMIOPlaceholderMapping.6MIOPlaceholderMapping.Title 1MIOPlaceholderMapping.0MIOPlaceholderMapping;1_NextEra Energy WhiteMIOPlaceholderMapping.L: Object; R: TextMIOPlaceholderMapping.24MIOPlaceholderMapping.Content Placeholder 6MIOPlaceholderMapping.14MIOPlaceholderMapping-NEE ThemeMIOPlaceholderMapping.2 ColumnMIOPlaceholderMapping.6MIOPlaceholderMapping.Content Placeholder LeftMIOPlaceholderMapping.13MIOPlaceholderMapping;1_NextEra Energy WhiteMIOPlaceholderMapping.L: Object; R: TextMIOPlaceholderMapping.24MIOPlaceholderMapping.Text Placeholder 2MIOPlaceholderMapping.1MIOPlaceholderMapping-NEE ThemeMIOPlaceholderMapping.2 ColumnMIOPlaceholderMapping.6MIOPlaceholderMapping.Content Placeholder RightMIOPlaceholderMapping.14MIOPlaceholderMapping;1_NextEra Energy WhiteMIOPlaceholderMapping.L: Object; R: TextMIOPlaceholderMapping.24MIOPlaceholderMapping.Text Placeholder 10MIOPlaceholderMapping.13MIOPlaceholderMapping-NEE ThemeMIOPlaceholderMapping.2 ColumnMIOPlaceholderMapping.6MIOPlaceholderMapping.Source PlaceholderMIOPlaceholderMapping.17MIOPlaceholderMapping;2_NextEra Energy WhiteMIOPlaceholderMapping.2 ContentMIOPlaceholderMapping.7MIOPlaceholderMapping-NEE ThemeMIOPlaceholderMapping.2 ColumnMIOPlaceholderMapping.6MIOPlaceholderMapping;2_NextEra Energy WhiteMIOPlaceholderMapping.2 ContentMIOPlaceholderMapping.7MIOPlaceholderMapping.TitleMIOPlaceholderMapping.0MIOPlaceholderMapping-NEE ThemeMIOPlaceholderMapping.2 ColumnMIOPlaceholderMapping.6MIOPlaceholderMapping.Title 1MIOPlaceholderMapping.0MIOPlaceholderMapping;2_NextEra Energy WhiteMIOPlaceholderMapping.2 ContentMIOPlaceholderMapping.7MIOPlaceholderMapping.BodyLeftMIOPlaceholderMapping.16MIOPlaceholderMapping-NEE ThemeMIOPlaceholderMapping.2 ColumnMIOPlaceholderMapping.6MIOPlaceholderMapping.Content Placeholder LeftMIOPlaceholderMapping.13MIOPlaceholderMapping;2_NextEra Energy WhiteMIOPlaceholderMapping.2 ContentMIOPlaceholderMapping.7MIOPlaceholderMapping.BodyRightMIOPlaceholderMapping.17MIOPlaceholderMapping-NEE ThemeMIOPlaceholderMapping.2 ColumnMIOPlaceholderMapping.6MIOPlaceholderMapping.Content Placeholder RightMIOPlaceholderMapping.14MIOPlaceholderMapping;2_NextEra Energy WhiteMIOPlaceholderMapping.Right ContentMIOPlaceholderMapping.8MIOPlaceholderMapping-NEE ThemeMIOPlaceholderMapping.2 ColumnMIOPlaceholderMapping.6MIOPlaceholderMapping;2_NextEra Energy WhiteMIOPlaceholderMapping.Right ContentMIOPlaceholderMapping.8MIOPlaceholderMapping.TitleMIOPlaceholderMapping.0MIOPlaceholderMapping-NEE ThemeMIOPlaceholderMapping.2 ColumnMIOPlaceholderMapping.6MIOPlaceholderMapping.Title 1MIOPlaceholderMapping.0MIOPlaceholderMapping;2_NextEra Energy WhiteMIOPlaceholderMapping.Right ContentMIOPlaceholderMapping.8MIOPlaceholderMapping.BodyRightMIOPlaceholderMapping.17MIOPlaceholderMapping-NEE ThemeMIOPlaceholderMapping.2 ColumnMIOPlaceholderMapping.6MIOPlaceholderMapping.Content Placeholder RightMIOPlaceholderMapping.14MIOPlaceholderMapping;2_NextEra Energy WhiteMIOPlaceholderMapping.Left Content LayoutMIOPlaceholderMapping.9MIOPlaceholderMapping-NEE ThemeMIOPlaceholderMapping.2 ColumnMIOPlaceholderMapping.6MIOPlaceholderMapping;2_NextEra Energy WhiteMIOPlaceholderMapping.Left Content LayoutMIOPlaceholderMapping.9MIOPlaceholderMapping.TitleMIOPlaceholderMapping.0MIOPlaceholderMapping-NEE ThemeMIOPlaceholderMapping.2 ColumnMIOPlaceholderMapping.6MIOPlaceholderMapping.Title 1MIOPlaceholderMapping.0MIOPlaceholderMapping;2_NextEra Energy WhiteMIOPlaceholderMapping.Left Content LayoutMIOPlaceholderMapping.9MIOPlaceholderMapping.BodyLeftMIOPlaceholderMapping.16MIOPlaceholderMapping-NEE ThemeMIOPlaceholderMapping.2 ColumnMIOPlaceholderMapping.6MIOPlaceholderMapping.Content Placeholder LeftMIOPlaceholderMapping.13MIOPlaceholderMapping;4_neep_v2_2 logosMIOPlaceholderMapping.Two ContentMIOPlaceholderMapping.4MIOPlaceholderMapping.Title 1MIOPlaceholderMapping.0MIOPlaceholderMapping-NEE ThemeMIOPlaceholderMapping.2 ColumnMIOPlaceholderMapping.6MIOPlaceholderMapping.Title 1MIOPlaceholderMapping.0MIOPlaceholderMapping;4_neep_v2_2 logos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4_neep_v2_2 logos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4_neep_v2_2 logosMIOPlaceholderMapping.Title, Text and Clip ArtMIOPlaceholderMapping.12MIOPlaceholderMapping-NEE ThemeMIOPlaceholderMapping.2 ColumnMIOPlaceholderMapping.6MIOPlaceholderMapping;4_neep_v2_2 logosMIOPlaceholderMapping.Title, Text and Clip ArtMIOPlaceholderMapping.12MIOPlaceholderMapping.Title 1MIOPlaceholderMapping.0MIOPlaceholderMapping-NEE ThemeMIOPlaceholderMapping.2 ColumnMIOPlaceholderMapping.6MIOPlaceholderMapping.Title 1MIOPlaceholderMapping.0MIOPlaceholderMapping;4_neep_v2_2 logosMIOPlaceholderMapping.Title, Text and Clip ArtMIOPlaceholderMapping.12MIOPlaceholderMapping.Text Placeholder 2MIOPlaceholderMapping.1MIOPlaceholderMapping-NEE ThemeMIOPlaceholderMapping.2 ColumnMIOPlaceholderMapping.6MIOPlaceholderMapping.Content Placeholder LeftMIOPlaceholderMapping.13MIOPlaceholderMapping;4_neep_v2_2 logosMIOPlaceholderMapping.Title, Text and Clip ArtMIOPlaceholderMapping.12MIOPlaceholderMapping.ClipArt Placeholder 3MIOPlaceholderMapping.2MIOPlaceholderMapping-NEE ThemeMIOPlaceholderMapping.2 ColumnMIOPlaceholderMapping.6MIOPlaceholderMapping.Content Placeholder RightMIOPlaceholderMapping.14MIOPlaceholderMapping;4_neep_v2_2 logosMIOPlaceholderMapping.Title, Text and ChartMIOPlaceholderMapping.13MIOPlaceholderMapping-NEE ThemeMIOPlaceholderMapping.2 ColumnMIOPlaceholderMapping.6MIOPlaceholderMapping;4_neep_v2_2 logosMIOPlaceholderMapping.Title, Text and ChartMIOPlaceholderMapping.13MIOPlaceholderMapping.Title 1MIOPlaceholderMapping.0MIOPlaceholderMapping-NEE ThemeMIOPlaceholderMapping.2 ColumnMIOPlaceholderMapping.6MIOPlaceholderMapping.Title 1MIOPlaceholderMapping.0MIOPlaceholderMapping;4_neep_v2_2 logosMIOPlaceholderMapping.Title, Text and ChartMIOPlaceholderMapping.13MIOPlaceholderMapping.Text Placeholder 2MIOPlaceholderMapping.1MIOPlaceholderMapping-NEE ThemeMIOPlaceholderMapping.2 ColumnMIOPlaceholderMapping.6MIOPlaceholderMapping.Content Placeholder LeftMIOPlaceholderMapping.13MIOPlaceholderMapping;4_neep_v2_2 logosMIOPlaceholderMapping.Title, Text and ChartMIOPlaceholderMapping.13MIOPlaceholderMapping.Chart Placeholder 3MIOPlaceholderMapping.2MIOPlaceholderMapping-NEE ThemeMIOPlaceholderMapping.2 ColumnMIOPlaceholderMapping.6MIOPlaceholderMapping.Content Placeholder RightMIOPlaceholderMapping.14MIOPlaceholderMapping;3_FPLGROUP_FinalMIOPlaceholderMapping.Two ContentMIOPlaceholderMapping.4MIOPlaceholderMapping-NEE ThemeMIOPlaceholderMapping.2 ColumnMIOPlaceholderMapping.6MIOPlaceholderMapping;3_FPLGROUP_FinalMIOPlaceholderMapping.Two ContentMIOPlaceholderMapping.4MIOPlaceholderMapping.Content Placeholder 2MIOPlaceholderMapping.1MIOPlaceholderMapping-NEE ThemeMIOPlaceholderMapping.2 ColumnMIOPlaceholderMapping.6MIOPlaceholderMapping.Content Placeholder LeftMIOPlaceholderMapping.13MIOPlaceholderMapping;3_FPLGROUP_Final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1_neep_v2_2 logosMIOPlaceholderMapping.Two ContentMIOPlaceholderMapping.4MIOPlaceholderMapping.Content Placeholder 3MIOPlaceholderMapping.2MIOPlaceholderMapping-NEE ThemeMIOPlaceholderMapping.2 ColumnMIOPlaceholderMapping.6MIOPlaceholderMapping.Content Placeholder RightMIOPlaceholderMapping.14MIOPlaceholderMapping;1_neep_v2_2 logosMIOPlaceholderMapping.Title, Text and Clip ArtMIOPlaceholderMapping.12MIOPlaceholderMapping-NEE ThemeMIOPlaceholderMapping.2 ColumnMIOPlaceholderMapping.6MIOPlaceholderMapping;1_neep_v2_2 logosMIOPlaceholderMapping.Title, Text and Clip ArtMIOPlaceholderMapping.12MIOPlaceholderMapping.Title 1MIOPlaceholderMapping.0MIOPlaceholderMapping-NEE ThemeMIOPlaceholderMapping.2 ColumnMIOPlaceholderMapping.6MIOPlaceholderMapping.Title 1MIOPlaceholderMapping.0MIOPlaceholderMapping;1_neep_v2_2 logosMIOPlaceholderMapping.Title, Text and Clip ArtMIOPlaceholderMapping.12MIOPlaceholderMapping.Text Placeholder 2MIOPlaceholderMapping.1MIOPlaceholderMapping-NEE ThemeMIOPlaceholderMapping.2 ColumnMIOPlaceholderMapping.6MIOPlaceholderMapping.Content Placeholder LeftMIOPlaceholderMapping.13MIOPlaceholderMapping;1_neep_v2_2 logosMIOPlaceholderMapping.Title, Text and Clip ArtMIOPlaceholderMapping.12MIOPlaceholderMapping.ClipArt Placeholder 3MIOPlaceholderMapping.2MIOPlaceholderMapping-NEE ThemeMIOPlaceholderMapping.2 ColumnMIOPlaceholderMapping.6MIOPlaceholderMapping.Content Placeholder RightMIOPlaceholderMapping.14MIOPlaceholderMapping;1_neep_v2_2 logosMIOPlaceholderMapping.Title, Text and ChartMIOPlaceholderMapping.13MIOPlaceholderMapping-NEE ThemeMIOPlaceholderMapping.2 ColumnMIOPlaceholderMapping.6MIOPlaceholderMapping;1_neep_v2_2 logosMIOPlaceholderMapping.Title, Text and ChartMIOPlaceholderMapping.13MIOPlaceholderMapping.Title 1MIOPlaceholderMapping.0MIOPlaceholderMapping-NEE ThemeMIOPlaceholderMapping.2 ColumnMIOPlaceholderMapping.6MIOPlaceholderMapping.Title 1MIOPlaceholderMapping.0MIOPlaceholderMapping;1_neep_v2_2 logosMIOPlaceholderMapping.Title, Text and ChartMIOPlaceholderMapping.13MIOPlaceholderMapping.Text Placeholder 2MIOPlaceholderMapping.1MIOPlaceholderMapping-NEE ThemeMIOPlaceholderMapping.2 ColumnMIOPlaceholderMapping.6MIOPlaceholderMapping.Content Placeholder LeftMIOPlaceholderMapping.13MIOPlaceholderMapping;1_neep_v2_2 logosMIOPlaceholderMapping.Title, Text and ChartMIOPlaceholderMapping.13MIOPlaceholderMapping.Chart Placeholder 3MIOPlaceholderMapping.2MIOPlaceholderMapping-NEE ThemeMIOPlaceholderMapping.2 ColumnMIOPlaceholderMapping.6MIOPlaceholderMapping.Content Placeholder RightMIOPlaceholderMapping.14MIOPlaceholderMapping;1_empower_Internal_4x3MIOPlaceholderMapping.Title, Text, and ContentMIOPlaceholderMapping.28MIOPlaceholderMapping-NEE ThemeMIOPlaceholderMapping.2 ColumnMIOPlaceholderMapping.6MIOPlaceholderMapping;1_empower_Internal_4x3MIOPlaceholderMapping.Title, Text, and ContentMIOPlaceholderMapping.28MIOPlaceholderMapping.Title 1MIOPlaceholderMapping.0MIOPlaceholderMapping-NEE ThemeMIOPlaceholderMapping.2 ColumnMIOPlaceholderMapping.6MIOPlaceholderMapping.Title 1MIOPlaceholderMapping.0MIOPlaceholderMapping;1_empower_Internal_4x3MIOPlaceholderMapping.Title, Text, and ContentMIOPlaceholderMapping.28MIOPlaceholderMapping.Text Placeholder 2MIOPlaceholderMapping.1MIOPlaceholderMapping-NEE ThemeMIOPlaceholderMapping.2 ColumnMIOPlaceholderMapping.6MIOPlaceholderMapping.Content Placeholder LeftMIOPlaceholderMapping.13MIOPlaceholderMapping;1_empower_Internal_4x3MIOPlaceholderMapping.Title, Text, and ContentMIOPlaceholderMapping.28MIOPlaceholderMapping.Content Placeholder 3MIOPlaceholderMapping.2MIOPlaceholderMapping-NEE ThemeMIOPlaceholderMapping.2 ColumnMIOPlaceholderMapping.6MIOPlaceholderMapping.Content Placeholder RightMIOPlaceholderMapping.1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2 Vertical Text or Object; BoxMIOPlaceholderMapping.5MIOPlaceholderMapping.TitleMIOPlaceholderMapping.0MIOPlaceholderMapping-NEE ThemeMIOPlaceholderMapping.2 Column w/ Title and TakeawayMIOPlaceholderMapping.7MIOPlaceholderMapping.Title 1MIOPlaceholderMapping.0MIOPlaceholderMapping;empower_Internal_4x3MIOPlaceholderMapping.2 Vertical Text or Object; BoxMIOPlaceholderMapping.5MIOPlaceholderMapping.HeaderMIOPlaceholderMapping.10MIOPlaceholderMapping-NEE ThemeMIOPlaceholderMapping.2 Column w/ Title and TakeawayMIOPlaceholderMapping.7MIOPlaceholderMapping.Subtitle PlaceholderMIOPlaceholderMapping.20MIOPlaceholderMapping;empower_Internal_4x3MIOPlaceholderMapping.2 Vertical Text or Object; BoxMIOPlaceholderMapping.5MIOPlaceholderMapping.BodyMIOPlaceholderMapping.14MIOPlaceholderMapping-NEE ThemeMIOPlaceholderMapping.2 Column w/ Title and TakeawayMIOPlaceholderMapping.7MIOPlaceholderMapping.Content Placeholder LeftMIOPlaceholderMapping.13MIOPlaceholderMapping;empower_Internal_4x3MIOPlaceholderMapping.2 Vertical Text or Object; BoxMIOPlaceholderMapping.5MIOPlaceholderMapping.BodyMIOPlaceholderMapping.16MIOPlaceholderMapping-NEE ThemeMIOPlaceholderMapping.2 Column w/ Title and TakeawayMIOPlaceholderMapping.7MIOPlaceholderMapping.Content Placeholder RightMIOPlaceholderMapping.14MIOPlaceholderMapping;empower_Internal_4x3MIOPlaceholderMapping.2 Vertical Text or Object; BoxMIOPlaceholderMapping.5MIOPlaceholderMapping.TakeawayMIOPlaceholderMapping.15MIOPlaceholderMapping-NEE ThemeMIOPlaceholderMapping.2 Column w/ Title and TakeawayMIOPlaceholderMapping.7MIOPlaceholderMapping.Takeaway BoxMIOPlaceholderMapping.21MIOPlaceholderMapping;2_empower_Internal_4x3MIOPlaceholderMapping.2 Vertical Text or Object; BoxMIOPlaceholderMapping.5MIOPlaceholderMapping.TitleMIOPlaceholderMapping.0MIOPlaceholderMapping-NEE ThemeMIOPlaceholderMapping.2 Column w/ Title and TakeawayMIOPlaceholderMapping.7MIOPlaceholderMapping.Title 1MIOPlaceholderMapping.0MIOPlaceholderMapping;2_empower_Internal_4x3MIOPlaceholderMapping.2 Vertical Text or Object; BoxMIOPlaceholderMapping.5MIOPlaceholderMapping.BodyMIOPlaceholderMapping.14MIOPlaceholderMapping-NEE ThemeMIOPlaceholderMapping.2 Column w/ Title and TakeawayMIOPlaceholderMapping.7MIOPlaceholderMapping.Content Placeholder LeftMIOPlaceholderMapping.13MIOPlaceholderMapping;2_empower_Internal_4x3MIOPlaceholderMapping.2 Vertical Text or Object; BoxMIOPlaceholderMapping.5MIOPlaceholderMapping.BodyMIOPlaceholderMapping.16MIOPlaceholderMapping-NEE ThemeMIOPlaceholderMapping.2 Column w/ Title and TakeawayMIOPlaceholderMapping.7MIOPlaceholderMapping.Content Placeholder RightMIOPlaceholderMapping.14MIOPlaceholderMapping;2_empower_Internal_4x3MIOPlaceholderMapping.2 Vertical Text or Object; BoxMIOPlaceholderMapping.5MIOPlaceholderMapping.TakeawayMIOPlaceholderMapping.15MIOPlaceholderMapping-NEE ThemeMIOPlaceholderMapping.2 Column w/ Title and TakeawayMIOPlaceholderMapping.7MIOPlaceholderMapping.Takeaway BoxMIOPlaceholderMapping.21MIOPlaceholderMapping;2_empower_Internal_4x3MIOPlaceholderMapping.2 Vertical Text or Object; BoxMIOPlaceholderMapping.5MIOPlaceholderMapping.HeaderMIOPlaceholderMapping.10MIOPlaceholderMapping-NEE ThemeMIOPlaceholderMapping.2 Column w/ Title and TakeawayMIOPlaceholderMapping.7MIOPlaceholderMapping.Subtitle PlaceholderMIOPlaceholderMapping.20MIOPlaceholderMapping;1_empower_Internal_4x3MIOPlaceholderMapping.2 Vertical Text or Object; BoxMIOPlaceholderMapping.5MIOPlaceholderMapping.HeaderMIOPlaceholderMapping.10MIOPlaceholderMapping-NEE ThemeMIOPlaceholderMapping.2 Column w/ Title and TakeawayMIOPlaceholderMapping.7MIOPlaceholderMapping.Subtitle PlaceholderMIOPlaceholderMapping.20MIOPlaceholderMapping;1_empower_Internal_4x3MIOPlaceholderMapping.2 Vertical Text or Object; BoxMIOPlaceholderMapping.5MIOPlaceholderMapping.TitleMIOPlaceholderMapping.0MIOPlaceholderMapping-NEE ThemeMIOPlaceholderMapping.2 Column w/ Title and TakeawayMIOPlaceholderMapping.7MIOPlaceholderMapping.Title 1MIOPlaceholderMapping.0MIOPlaceholderMapping;1_empower_Internal_4x3MIOPlaceholderMapping.2 Vertical Text or Object; BoxMIOPlaceholderMapping.5MIOPlaceholderMapping.BodyMIOPlaceholderMapping.14MIOPlaceholderMapping-NEE ThemeMIOPlaceholderMapping.2 Column w/ Title and TakeawayMIOPlaceholderMapping.7MIOPlaceholderMapping.Content Placeholder LeftMIOPlaceholderMapping.13MIOPlaceholderMapping;1_empower_Internal_4x3MIOPlaceholderMapping.2 Vertical Text or Object; BoxMIOPlaceholderMapping.5MIOPlaceholderMapping.BodyMIOPlaceholderMapping.16MIOPlaceholderMapping-NEE ThemeMIOPlaceholderMapping.2 Column w/ Title and TakeawayMIOPlaceholderMapping.7MIOPlaceholderMapping.Content Placeholder RightMIOPlaceholderMapping.14MIOPlaceholderMapping;1_empower_Internal_4x3MIOPlaceholderMapping.2 Vertical Text or Object; BoxMIOPlaceholderMapping.5MIOPlaceholderMapping.TakeawayMIOPlaceholderMapping.15MIOPlaceholderMapping-NEE ThemeMIOPlaceholderMapping.2 Column w/ Title and TakeawayMIOPlaceholderMapping.7MIOPlaceholderMapping.Takeaway BoxMIOPlaceholderMapping.21MIOPlaceholderMapping;FPL 4x3MIOPlaceholderMapping.L: Text; R: Object; BoxMIOPlaceholderMapping.9MIOPlaceholderMapping-NEE ThemeMIOPlaceholderMapping.2 Column w/ Title and TakeawayMIOPlaceholderMapping.7MIOPlaceholderMapping;FPL 4x3MIOPlaceholderMapping.L: Text; R: Object; BoxMIOPlaceholderMapping.9MIOPlaceholderMapping.Text Placeholder 4MIOPlaceholderMapping.10MIOPlaceholderMapping-NEE ThemeMIOPlaceholderMapping.2 Column w/ Title and TakeawayMIOPlaceholderMapping.7MIOPlaceholderMapping.Title 1MIOPlaceholderMapping.0MIOPlaceholderMapping;FPL 4x3MIOPlaceholderMapping.L: Text; R: Object; BoxMIOPlaceholderMapping.9MIOPlaceholderMapping.Title 1MIOPlaceholderMapping.0MIOPlaceholderMapping-NEE ThemeMIOPlaceholderMapping.2 Column w/ Title and TakeawayMIOPlaceholderMapping.7MIOPlaceholderMapping.Subtitle PlaceholderMIOPlaceholderMapping.20MIOPlaceholderMapping;FPL 4x3MIOPlaceholderMapping.L: Text; R: Object; BoxMIOPlaceholderMapping.9MIOPlaceholderMapping.Text Placeholder 2MIOPlaceholderMapping.15MIOPlaceholderMapping-NEE ThemeMIOPlaceholderMapping.2 Column w/ Title and TakeawayMIOPlaceholderMapping.7MIOPlaceholderMapping.Content Placeholder LeftMIOPlaceholderMapping.13MIOPlaceholderMapping;FPL 4x3MIOPlaceholderMapping.L: Text; R: Object; BoxMIOPlaceholderMapping.9MIOPlaceholderMapping.Content Placeholder 6MIOPlaceholderMapping.14MIOPlaceholderMapping-NEE ThemeMIOPlaceholderMapping.2 Column w/ Title and TakeawayMIOPlaceholderMapping.7MIOPlaceholderMapping.Content Placeholder RightMIOPlaceholderMapping.14MIOPlaceholderMapping;FPL 4x3MIOPlaceholderMapping.L: Text; R: Object; BoxMIOPlaceholderMapping.9MIOPlaceholderMapping.Text Placeholder 5MIOPlaceholderMapping.12MIOPlaceholderMapping-NEE ThemeMIOPlaceholderMapping.2 Column w/ Title and TakeawayMIOPlaceholderMapping.7MIOPlaceholderMapping.Takeaway BoxMIOPlaceholderMapping.21MIOPlaceholderMapping;FPL 4x3MIOPlaceholderMapping.L: Text; R: Object; BoxMIOPlaceholderMapping.9MIOPlaceholderMapping.Text Placeholder 10MIOPlaceholderMapping.13MIOPlaceholderMapping-NEE ThemeMIOPlaceholderMapping.2 Column w/ Title and TakeawayMIOPlaceholderMapping.7MIOPlaceholderMapping.Source PlaceholderMIOPlaceholderMapping.17MIOPlaceholderMapping;FPL 4x3MIOPlaceholderMapping.L: Object; R: Text; BoxMIOPlaceholderMapping.10MIOPlaceholderMapping-NEE ThemeMIOPlaceholderMapping.2 Column w/ Title and TakeawayMIOPlaceholderMapping.7MIOPlaceholderMapping;FPL 4x3MIOPlaceholderMapping.L: Object; R: Text; BoxMIOPlaceholderMapping.10MIOPlaceholderMapping.Text Placeholder 4MIOPlaceholderMapping.10MIOPlaceholderMapping-NEE ThemeMIOPlaceholderMapping.2 Column w/ Title and TakeawayMIOPlaceholderMapping.7MIOPlaceholderMapping.Title 1MIOPlaceholderMapping.0MIOPlaceholderMapping;FPL 4x3MIOPlaceholderMapping.L: Object; R: Text; BoxMIOPlaceholderMapping.10MIOPlaceholderMapping.Title 1MIOPlaceholderMapping.0MIOPlaceholderMapping-NEE ThemeMIOPlaceholderMapping.2 Column w/ Title and TakeawayMIOPlaceholderMapping.7MIOPlaceholderMapping.Subtitle PlaceholderMIOPlaceholderMapping.20MIOPlaceholderMapping;FPL 4x3MIOPlaceholderMapping.L: Object; R: Text; BoxMIOPlaceholderMapping.10MIOPlaceholderMapping.Content Placeholder 6MIOPlaceholderMapping.14MIOPlaceholderMapping-NEE ThemeMIOPlaceholderMapping.2 Column w/ Title and TakeawayMIOPlaceholderMapping.7MIOPlaceholderMapping.Content Placeholder LeftMIOPlaceholderMapping.13MIOPlaceholderMapping;FPL 4x3MIOPlaceholderMapping.L: Object; R: Text; BoxMIOPlaceholderMapping.10MIOPlaceholderMapping.Text Placeholder 2MIOPlaceholderMapping.1MIOPlaceholderMapping-NEE ThemeMIOPlaceholderMapping.2 Column w/ Title and TakeawayMIOPlaceholderMapping.7MIOPlaceholderMapping.Content Placeholder RightMIOPlaceholderMapping.14MIOPlaceholderMapping;FPL 4x3MIOPlaceholderMapping.L: Object; R: Text; BoxMIOPlaceholderMapping.10MIOPlaceholderMapping.Text Placeholder 5MIOPlaceholderMapping.12MIOPlaceholderMapping-NEE ThemeMIOPlaceholderMapping.2 Column w/ Title and TakeawayMIOPlaceholderMapping.7MIOPlaceholderMapping.Takeaway BoxMIOPlaceholderMapping.21MIOPlaceholderMapping;FPL 4x3MIOPlaceholderMapping.L: Object; R: Text; BoxMIOPlaceholderMapping.10MIOPlaceholderMapping.Text Placeholder 10MIOPlaceholderMapping.13MIOPlaceholderMapping-NEE ThemeMIOPlaceholderMapping.2 Column w/ Title and TakeawayMIOPlaceholderMapping.7MIOPlaceholderMapping.Source PlaceholderMIOPlaceholderMapping.17MIOPlaceholderMapping;FPL 4x3MIOPlaceholderMapping.L: Text; R: Text; 2 Titles; BoxMIOPlaceholderMapping.24MIOPlaceholderMapping-NEE ThemeMIOPlaceholderMapping.2 Column w/ Title and TakeawayMIOPlaceholderMapping.7MIOPlaceholderMapping;FPL 4x3MIOPlaceholderMapping.L: Text; R: Text; 2 Titles; BoxMIOPlaceholderMapping.24MIOPlaceholderMapping.Text Placeholder 4MIOPlaceholderMapping.10MIOPlaceholderMapping-NEE ThemeMIOPlaceholderMapping.2 Column w/ Title and TakeawayMIOPlaceholderMapping.7MIOPlaceholderMapping.Title 1MIOPlaceholderMapping.0MIOPlaceholderMapping;FPL 4x3MIOPlaceholderMapping.L: Text; R: Text; 2 Titles; BoxMIOPlaceholderMapping.24MIOPlaceholderMapping.Text Placeholder 4MIOPlaceholderMapping.10MIOPlaceholderMapping-NEE ThemeMIOPlaceholderMapping.2 Column w/ Title and TakeawayMIOPlaceholderMapping.7MIOPlaceholderMapping.Subtitle PlaceholderMIOPlaceholderMapping.20MIOPlaceholderMapping;FPL 4x3MIOPlaceholderMapping.L: Text; R: Text; 2 Titles; BoxMIOPlaceholderMapping.24MIOPlaceholderMapping.Text Placeholder 2MIOPlaceholderMapping.15MIOPlaceholderMapping-NEE ThemeMIOPlaceholderMapping.2 Column w/ Title and TakeawayMIOPlaceholderMapping.7MIOPlaceholderMapping.Content Placeholder LeftMIOPlaceholderMapping.13MIOPlaceholderMapping;FPL 4x3MIOPlaceholderMapping.L: Text; R: Text; 2 Titles; BoxMIOPlaceholderMapping.24MIOPlaceholderMapping.Text Placeholder 2MIOPlaceholderMapping.16MIOPlaceholderMapping-NEE ThemeMIOPlaceholderMapping.2 Column w/ Title and TakeawayMIOPlaceholderMapping.7MIOPlaceholderMapping.Content Placeholder RightMIOPlaceholderMapping.14MIOPlaceholderMapping;FPL 4x3MIOPlaceholderMapping.L: Text; R: Text; 2 Titles; BoxMIOPlaceholderMapping.24MIOPlaceholderMapping.Text Placeholder 5MIOPlaceholderMapping.12MIOPlaceholderMapping-NEE ThemeMIOPlaceholderMapping.2 Column w/ Title and TakeawayMIOPlaceholderMapping.7MIOPlaceholderMapping.Takeaway BoxMIOPlaceholderMapping.21MIOPlaceholderMapping;FPL 4x3MIOPlaceholderMapping.L: Text; R: Text; 2 Titles; BoxMIOPlaceholderMapping.24MIOPlaceholderMapping.Text Placeholder 10MIOPlaceholderMapping.13MIOPlaceholderMapping-NEE ThemeMIOPlaceholderMapping.2 Column w/ Title and TakeawayMIOPlaceholderMapping.7MIOPlaceholderMapping.Source PlaceholderMIOPlaceholderMapping.17MIOPlaceholderMapping;FPL 4x3MIOPlaceholderMapping.L: Text; R: Object; 2 Titles; BoxMIOPlaceholderMapping.25MIOPlaceholderMapping-NEE ThemeMIOPlaceholderMapping.2 Column w/ Title and TakeawayMIOPlaceholderMapping.7MIOPlaceholderMapping;FPL 4x3MIOPlaceholderMapping.L: Text; R: Object; 2 Titles; BoxMIOPlaceholderMapping.25MIOPlaceholderMapping.Text Placeholder 4MIOPlaceholderMapping.10MIOPlaceholderMapping-NEE ThemeMIOPlaceholderMapping.2 Column w/ Title and TakeawayMIOPlaceholderMapping.7MIOPlaceholderMapping.Title 1MIOPlaceholderMapping.0MIOPlaceholderMapping;FPL 4x3MIOPlaceholderMapping.L: Text; R: Object; 2 Titles; BoxMIOPlaceholderMapping.25MIOPlaceholderMapping.Text Placeholder 2MIOPlaceholderMapping.11MIOPlaceholderMapping-NEE ThemeMIOPlaceholderMapping.2 Column w/ Title and TakeawayMIOPlaceholderMapping.7MIOPlaceholderMapping.Subtitle PlaceholderMIOPlaceholderMapping.20MIOPlaceholderMapping;FPL 4x3MIOPlaceholderMapping.L: Text; R: Object; 2 Titles; BoxMIOPlaceholderMapping.25MIOPlaceholderMapping.Text Placeholder 2MIOPlaceholderMapping.15MIOPlaceholderMapping-NEE ThemeMIOPlaceholderMapping.2 Column w/ Title and TakeawayMIOPlaceholderMapping.7MIOPlaceholderMapping.Content Placeholder LeftMIOPlaceholderMapping.13MIOPlaceholderMapping;FPL 4x3MIOPlaceholderMapping.L: Text; R: Object; 2 Titles; BoxMIOPlaceholderMapping.25MIOPlaceholderMapping.Content Placeholder 6MIOPlaceholderMapping.16MIOPlaceholderMapping-NEE ThemeMIOPlaceholderMapping.2 Column w/ Title and TakeawayMIOPlaceholderMapping.7MIOPlaceholderMapping.Content Placeholder RightMIOPlaceholderMapping.14MIOPlaceholderMapping;FPL 4x3MIOPlaceholderMapping.L: Text; R: Object; 2 Titles; BoxMIOPlaceholderMapping.25MIOPlaceholderMapping.Text Placeholder 5MIOPlaceholderMapping.12MIOPlaceholderMapping-NEE ThemeMIOPlaceholderMapping.2 Column w/ Title and TakeawayMIOPlaceholderMapping.7MIOPlaceholderMapping.Takeaway BoxMIOPlaceholderMapping.21MIOPlaceholderMapping;FPL 4x3MIOPlaceholderMapping.L: Text; R: Object; 2 Titles; BoxMIOPlaceholderMapping.25MIOPlaceholderMapping.Text Placeholder 10MIOPlaceholderMapping.13MIOPlaceholderMapping-NEE ThemeMIOPlaceholderMapping.2 Column w/ Title and TakeawayMIOPlaceholderMapping.7MIOPlaceholderMapping.Source PlaceholderMIOPlaceholderMapping.17MIOPlaceholderMapping;FPL 4x3MIOPlaceholderMapping.L: Object; R: Text; 2 Titles; BoxMIOPlaceholderMapping.26MIOPlaceholderMapping-NEE ThemeMIOPlaceholderMapping.2 Column w/ Title and TakeawayMIOPlaceholderMapping.7MIOPlaceholderMapping;FPL 4x3MIOPlaceholderMapping.L: Object; R: Text; 2 Titles; BoxMIOPlaceholderMapping.26MIOPlaceholderMapping.Text Placeholder 4MIOPlaceholderMapping.10MIOPlaceholderMapping-NEE ThemeMIOPlaceholderMapping.2 Column w/ Title and TakeawayMIOPlaceholderMapping.7MIOPlaceholderMapping.Title 1MIOPlaceholderMapping.0MIOPlaceholderMapping;FPL 4x3MIOPlaceholderMapping.L: Object; R: Text; 2 Titles; BoxMIOPlaceholderMapping.26MIOPlaceholderMapping.Text Placeholder 2MIOPlaceholderMapping.11MIOPlaceholderMapping-NEE ThemeMIOPlaceholderMapping.2 Column w/ Title and TakeawayMIOPlaceholderMapping.7MIOPlaceholderMapping.Subtitle PlaceholderMIOPlaceholderMapping.20MIOPlaceholderMapping;FPL 4x3MIOPlaceholderMapping.L: Object; R: Text; 2 Titles; BoxMIOPlaceholderMapping.26MIOPlaceholderMapping.Content Placeholder 6MIOPlaceholderMapping.16MIOPlaceholderMapping-NEE ThemeMIOPlaceholderMapping.2 Column w/ Title and TakeawayMIOPlaceholderMapping.7MIOPlaceholderMapping.Content Placeholder LeftMIOPlaceholderMapping.13MIOPlaceholderMapping;FPL 4x3MIOPlaceholderMapping.L: Object; R: Text; 2 Titles; BoxMIOPlaceholderMapping.26MIOPlaceholderMapping.Text Placeholder 2MIOPlaceholderMapping.15MIOPlaceholderMapping-NEE ThemeMIOPlaceholderMapping.2 Column w/ Title and TakeawayMIOPlaceholderMapping.7MIOPlaceholderMapping.Content Placeholder RightMIOPlaceholderMapping.14MIOPlaceholderMapping;FPL 4x3MIOPlaceholderMapping.L: Object; R: Text; 2 Titles; BoxMIOPlaceholderMapping.26MIOPlaceholderMapping.Text Placeholder 5MIOPlaceholderMapping.12MIOPlaceholderMapping-NEE ThemeMIOPlaceholderMapping.2 Column w/ Title and TakeawayMIOPlaceholderMapping.7MIOPlaceholderMapping.Takeaway BoxMIOPlaceholderMapping.21MIOPlaceholderMapping;FPL 4x3MIOPlaceholderMapping.L: Object; R: Text; 2 Titles; BoxMIOPlaceholderMapping.26MIOPlaceholderMapping.Text Placeholder 10MIOPlaceholderMapping.13MIOPlaceholderMapping-NEE ThemeMIOPlaceholderMapping.2 Column w/ Title and TakeawayMIOPlaceholderMapping.7MIOPlaceholderMapping.Source PlaceholderMIOPlaceholderMapping.17MIOPlaceholderMapping;FPL 4x3MIOPlaceholderMapping.L: Object; R: Object; 2 Titles; BoxMIOPlaceholderMapping.27MIOPlaceholderMapping-NEE ThemeMIOPlaceholderMapping.2 Column w/ Title and TakeawayMIOPlaceholderMapping.7MIOPlaceholderMapping;FPL 4x3MIOPlaceholderMapping.L: Object; R: Object; 2 Titles; BoxMIOPlaceholderMapping.27MIOPlaceholderMapping.Text Placeholder 4MIOPlaceholderMapping.10MIOPlaceholderMapping-NEE ThemeMIOPlaceholderMapping.2 Column w/ Title and TakeawayMIOPlaceholderMapping.7MIOPlaceholderMapping.Title 1MIOPlaceholderMapping.0MIOPlaceholderMapping;FPL 4x3MIOPlaceholderMapping.L: Object; R: Object; 2 Titles; BoxMIOPlaceholderMapping.27MIOPlaceholderMapping.Text Placeholder 2MIOPlaceholderMapping.11MIOPlaceholderMapping-NEE ThemeMIOPlaceholderMapping.2 Column w/ Title and TakeawayMIOPlaceholderMapping.7MIOPlaceholderMapping.Subtitle PlaceholderMIOPlaceholderMapping.20MIOPlaceholderMapping;FPL 4x3MIOPlaceholderMapping.L: Object; R: Object; 2 Titles; BoxMIOPlaceholderMapping.27MIOPlaceholderMapping.Content Placeholder 6MIOPlaceholderMapping.17MIOPlaceholderMapping-NEE ThemeMIOPlaceholderMapping.2 Column w/ Title and TakeawayMIOPlaceholderMapping.7MIOPlaceholderMapping.Content Placeholder LeftMIOPlaceholderMapping.13MIOPlaceholderMapping;FPL 4x3MIOPlaceholderMapping.L: Object; R: Object; 2 Titles; BoxMIOPlaceholderMapping.27MIOPlaceholderMapping.Content Placeholder 6MIOPlaceholderMapping.16MIOPlaceholderMapping-NEE ThemeMIOPlaceholderMapping.2 Column w/ Title and TakeawayMIOPlaceholderMapping.7MIOPlaceholderMapping.Content Placeholder RightMIOPlaceholderMapping.14MIOPlaceholderMapping;FPL 4x3MIOPlaceholderMapping.L: Object; R: Object; 2 Titles; BoxMIOPlaceholderMapping.27MIOPlaceholderMapping.Text Placeholder 5MIOPlaceholderMapping.12MIOPlaceholderMapping-NEE ThemeMIOPlaceholderMapping.2 Column w/ Title and TakeawayMIOPlaceholderMapping.7MIOPlaceholderMapping.Takeaway BoxMIOPlaceholderMapping.21MIOPlaceholderMapping;FPL 4x3MIOPlaceholderMapping.L: Object; R: Object; 2 Titles; BoxMIOPlaceholderMapping.27MIOPlaceholderMapping.Text Placeholder 10MIOPlaceholderMapping.13MIOPlaceholderMapping-NEE ThemeMIOPlaceholderMapping.2 Column w/ Title and TakeawayMIOPlaceholderMapping.7MIOPlaceholderMapping.Source PlaceholderMIOPlaceholderMapping.17MIOPlaceholderMapping;1_NextEra Energy WhiteMIOPlaceholderMapping.2 Title, Text or ObjectMIOPlaceholderMapping.25MIOPlaceholderMapping-NEE ThemeMIOPlaceholderMapping.2 Column w/ Title and TakeawayMIOPlaceholderMapping.7MIOPlaceholderMapping;1_NextEra Energy WhiteMIOPlaceholderMapping.2 Title, Text or ObjectMIOPlaceholderMapping.25MIOPlaceholderMapping.TitleMIOPlaceholderMapping.0MIOPlaceholderMapping-NEE ThemeMIOPlaceholderMapping.2 Column w/ Title and TakeawayMIOPlaceholderMapping.7MIOPlaceholderMapping.Title 1MIOPlaceholderMapping.0MIOPlaceholderMapping;1_NextEra Energy WhiteMIOPlaceholderMapping.2 Title, Text or ObjectMIOPlaceholderMapping.25MIOPlaceholderMapping.Sub-TitleMIOPlaceholderMapping.22MIOPlaceholderMapping-NEE ThemeMIOPlaceholderMapping.2 Column w/ Title and TakeawayMIOPlaceholderMapping.7MIOPlaceholderMapping.Subtitle PlaceholderMIOPlaceholderMapping.20MIOPlaceholderMapping;1_NextEra Energy WhiteMIOPlaceholderMapping.2 Title, Text or ObjectMIOPlaceholderMapping.25MIOPlaceholderMapping.BodyMIOPlaceholderMapping.21MIOPlaceholderMapping-NEE ThemeMIOPlaceholderMapping.2 Column w/ Title and TakeawayMIOPlaceholderMapping.7MIOPlaceholderMapping.Content Placeholder LeftMIOPlaceholderMapping.13MIOPlaceholderMapping;1_NextEra Energy WhiteMIOPlaceholderMapping.2 Title, Text or ObjectMIOPlaceholderMapping.25MIOPlaceholderMapping.BodyRightMIOPlaceholderMapping.17MIOPlaceholderMapping-NEE ThemeMIOPlaceholderMapping.2 Column w/ Title and TakeawayMIOPlaceholderMapping.7MIOPlaceholderMapping.Content Placeholder RightMIOPlaceholderMapping.14MIOPlaceholderMapping;FPL 16x9MIOPlaceholderMapping.L: Object; R: Text; BoxMIOPlaceholderMapping.10MIOPlaceholderMapping.Text Placeholder 5MIOPlaceholderMapping.12MIOPlaceholderMapping-NEE ThemeMIOPlaceholderMapping.2 Column w/ Title and TakeawayMIOPlaceholderMapping.7MIOPlaceholderMapping.Source PlaceholderMIOPlaceholderMapping.17MIOPlaceholderMapping;FPL 16x9MIOPlaceholderMapping.L: Text; R: Text; 2 Titles; BoxMIOPlaceholderMapping.25MIOPlaceholderMapping-NEE ThemeMIOPlaceholderMapping.2 Column w/ Title and TakeawayMIOPlaceholderMapping.7MIOPlaceholderMapping;FPL 16x9MIOPlaceholderMapping.L: Text; R: Object; 2 Titles; BoxMIOPlaceholderMapping.26MIOPlaceholderMapping-NEE ThemeMIOPlaceholderMapping.2 Column w/ Title and TakeawayMIOPlaceholderMapping.7MIOPlaceholderMapping;FPL 16x9MIOPlaceholderMapping.L: Object; R: Text; 2 Titles; BoxMIOPlaceholderMapping.27MIOPlaceholderMapping-NEE ThemeMIOPlaceholderMapping.2 Column w/ Title and TakeawayMIOPlaceholderMapping.7MIOPlaceholderMapping;FPL 16x9MIOPlaceholderMapping.L: Object; R: Object; 2 Titles; BoxMIOPlaceholderMapping.28MIOPlaceholderMapping-NEE ThemeMIOPlaceholderMapping.2 Column w/ Title and TakeawayMIOPlaceholderMapping.7MIOPlaceholderMapping;FPL 16x9MIOPlaceholderMapping.2 Text or ObjectMIOPlaceholderMapping.31MIOPlaceholderMapping-NEE ThemeMIOPlaceholderMapping.2 Column w/ Title and TakeawayMIOPlaceholderMapping.7MIOPlaceholderMapping;FPL 16x9MIOPlaceholderMapping.2 Text or ObjectMIOPlaceholderMapping.31MIOPlaceholderMapping.HeaderMIOPlaceholderMapping.10MIOPlaceholderMapping-NEE ThemeMIOPlaceholderMapping.2 Column w/ Title and TakeawayMIOPlaceholderMapping.7MIOPlaceholderMapping.Title 1MIOPlaceholderMapping.0MIOPlaceholderMapping;FPL 16x9MIOPlaceholderMapping.2 Text or ObjectMIOPlaceholderMapping.31MIOPlaceholderMapping.TitleMIOPlaceholderMapping.0MIOPlaceholderMapping-NEE ThemeMIOPlaceholderMapping.2 Column w/ Title and TakeawayMIOPlaceholderMapping.7MIOPlaceholderMapping.Subtitle PlaceholderMIOPlaceholderMapping.20MIOPlaceholderMapping;FPL 16x9MIOPlaceholderMapping.2 Text or ObjectMIOPlaceholderMapping.31MIOPlaceholderMapping.BodyMIOPlaceholderMapping.21MIOPlaceholderMapping-NEE ThemeMIOPlaceholderMapping.2 Column w/ Title and TakeawayMIOPlaceholderMapping.7MIOPlaceholderMapping.Content Placeholder LeftMIOPlaceholderMapping.13MIOPlaceholderMapping;FPL 16x9MIOPlaceholderMapping.2 Text or ObjectMIOPlaceholderMapping.31MIOPlaceholderMapping.BodyRightMIOPlaceholderMapping.17MIOPlaceholderMapping-NEE ThemeMIOPlaceholderMapping.2 Column w/ Title and TakeawayMIOPlaceholderMapping.7MIOPlaceholderMapping.Content Placeholder RightMIOPlaceholderMapping.1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1_3 Text or ObjectsMIOPlaceholderMapping.20MIOPlaceholderMapping.TitleMIOPlaceholderMapping.0MIOPlaceholderMapping-NEE ThemeMIOPlaceholderMapping.3 ColumnMIOPlaceholderMapping.8MIOPlaceholderMapping.Title 1MIOPlaceholderMapping.0MIOPlaceholderMapping;empower_Internal_4x3MIOPlaceholderMapping.1_3 Text or ObjectsMIOPlaceholderMapping.20MIOPlaceholderMapping.BodyMIOPlaceholderMapping.28MIOPlaceholderMapping-NEE ThemeMIOPlaceholderMapping.3 ColumnMIOPlaceholderMapping.8MIOPlaceholderMapping.Content Placeholder LeftMIOPlaceholderMapping.13MIOPlaceholderMapping;empower_Internal_4x3MIOPlaceholderMapping.1_3 Text or ObjectsMIOPlaceholderMapping.20MIOPlaceholderMapping.BodyUpperMiddleMIOPlaceholderMapping.29MIOPlaceholderMapping-NEE ThemeMIOPlaceholderMapping.3 ColumnMIOPlaceholderMapping.8MIOPlaceholderMapping.Content Placeholder MiddleMIOPlaceholderMapping.14MIOPlaceholderMapping;empower_Internal_4x3MIOPlaceholderMapping.1_3 Text or ObjectsMIOPlaceholderMapping.20MIOPlaceholderMapping.BodyUpperRightMIOPlaceholderMapping.30MIOPlaceholderMapping-NEE ThemeMIOPlaceholderMapping.3 ColumnMIOPlaceholderMapping.8MIOPlaceholderMapping.Content Placeholder RightMIOPlaceholderMapping.15MIOPlaceholderMapping;1_NextEra Energy BlueMIOPlaceholderMapping.L: Content; R: 2 ImagesMIOPlaceholderMapping.4MIOPlaceholderMapping-NEE ThemeMIOPlaceholderMapping.3 ColumnMIOPlaceholderMapping.8MIOPlaceholderMapping;1_NextEra Energy BlueMIOPlaceholderMapping.L: Content; R: 2 ImagesMIOPlaceholderMapping.4MIOPlaceholderMapping.TitleMIOPlaceholderMapping.0MIOPlaceholderMapping-NEE ThemeMIOPlaceholderMapping.3 ColumnMIOPlaceholderMapping.8MIOPlaceholderMapping.Title 1MIOPlaceholderMapping.0MIOPlaceholderMapping;1_NextEra Energy BlueMIOPlaceholderMapping.L: Content; R: 2 ImagesMIOPlaceholderMapping.4MIOPlaceholderMapping.BodyLeftMIOPlaceholderMapping.18MIOPlaceholderMapping-NEE ThemeMIOPlaceholderMapping.3 ColumnMIOPlaceholderMapping.8MIOPlaceholderMapping.Content Placeholder LeftMIOPlaceholderMapping.13MIOPlaceholderMapping;1_NextEra Energy BlueMIOPlaceholderMapping.L: Content; R: 2 ImagesMIOPlaceholderMapping.4MIOPlaceholderMapping.PictureTopMIOPlaceholderMapping.14MIOPlaceholderMapping-NEE ThemeMIOPlaceholderMapping.3 ColumnMIOPlaceholderMapping.8MIOPlaceholderMapping.Content Placeholder MiddleMIOPlaceholderMapping.14MIOPlaceholderMapping;1_NextEra Energy BlueMIOPlaceholderMapping.L: Content; R: 2 ImagesMIOPlaceholderMapping.4MIOPlaceholderMapping.PictureBottomMIOPlaceholderMapping.15MIOPlaceholderMapping-NEE ThemeMIOPlaceholderMapping.3 ColumnMIOPlaceholderMapping.8MIOPlaceholderMapping.Content Placeholder RightMIOPlaceholderMapping.15MIOPlaceholderMapping;NextEra Energy WhiteMIOPlaceholderMapping.L: Content; R: 2 ImagesMIOPlaceholderMapping.11MIOPlaceholderMapping-NEE ThemeMIOPlaceholderMapping.3 ColumnMIOPlaceholderMapping.8MIOPlaceholderMapping;NextEra Energy WhiteMIOPlaceholderMapping.L: Content; R: 2 ImagesMIOPlaceholderMapping.11MIOPlaceholderMapping.TitleMIOPlaceholderMapping.0MIOPlaceholderMapping-NEE ThemeMIOPlaceholderMapping.3 ColumnMIOPlaceholderMapping.8MIOPlaceholderMapping.Title 1MIOPlaceholderMapping.0MIOPlaceholderMapping;NextEra Energy WhiteMIOPlaceholderMapping.L: Content; R: 2 ImagesMIOPlaceholderMapping.11MIOPlaceholderMapping.BodyLeftMIOPlaceholderMapping.18MIOPlaceholderMapping-NEE ThemeMIOPlaceholderMapping.3 ColumnMIOPlaceholderMapping.8MIOPlaceholderMapping.Content Placeholder LeftMIOPlaceholderMapping.13MIOPlaceholderMapping;NextEra Energy WhiteMIOPlaceholderMapping.L: Content; R: 2 ImagesMIOPlaceholderMapping.11MIOPlaceholderMapping.PictureTopMIOPlaceholderMapping.14MIOPlaceholderMapping-NEE ThemeMIOPlaceholderMapping.3 ColumnMIOPlaceholderMapping.8MIOPlaceholderMapping.Content Placeholder MiddleMIOPlaceholderMapping.14MIOPlaceholderMapping;NextEra Energy WhiteMIOPlaceholderMapping.L: Content; R: 2 ImagesMIOPlaceholderMapping.11MIOPlaceholderMapping.PictureBottomMIOPlaceholderMapping.15MIOPlaceholderMapping-NEE ThemeMIOPlaceholderMapping.3 ColumnMIOPlaceholderMapping.8MIOPlaceholderMapping.Content Placeholder RightMIOPlaceholderMapping.15MIOPlaceholderMapping;NextEra Energy WhiteMIOPlaceholderMapping.3 Content AMIOPlaceholderMapping.13MIOPlaceholderMapping-NEE ThemeMIOPlaceholderMapping.3 ColumnMIOPlaceholderMapping.8MIOPlaceholderMapping;NextEra Energy WhiteMIOPlaceholderMapping.3 Content AMIOPlaceholderMapping.13MIOPlaceholderMapping.TitleMIOPlaceholderMapping.0MIOPlaceholderMapping-NEE ThemeMIOPlaceholderMapping.3 ColumnMIOPlaceholderMapping.8MIOPlaceholderMapping.Title 1MIOPlaceholderMapping.0MIOPlaceholderMapping;NextEra Energy WhiteMIOPlaceholderMapping.3 Content AMIOPlaceholderMapping.13MIOPlaceholderMapping.BodyRighTopMIOPlaceholderMapping.19MIOPlaceholderMapping-NEE ThemeMIOPlaceholderMapping.3 ColumnMIOPlaceholderMapping.8MIOPlaceholderMapping.Content Placeholder LeftMIOPlaceholderMapping.13MIOPlaceholderMapping;NextEra Energy WhiteMIOPlaceholderMapping.3 Content AMIOPlaceholderMapping.13MIOPlaceholderMapping.BodyRightBottomMIOPlaceholderMapping.21MIOPlaceholderMapping-NEE ThemeMIOPlaceholderMapping.3 ColumnMIOPlaceholderMapping.8MIOPlaceholderMapping.Content Placeholder MiddleMIOPlaceholderMapping.14MIOPlaceholderMapping;NextEra Energy WhiteMIOPlaceholderMapping.3 Content AMIOPlaceholderMapping.13MIOPlaceholderMapping.BodyRightMIOPlaceholderMapping.20MIOPlaceholderMapping-NEE ThemeMIOPlaceholderMapping.3 ColumnMIOPlaceholderMapping.8MIOPlaceholderMapping.Content Placeholder RightMIOPlaceholderMapping.15MIOPlaceholderMapping;NextEra Energy WhiteMIOPlaceholderMapping.3 Content BMIOPlaceholderMapping.14MIOPlaceholderMapping-NEE ThemeMIOPlaceholderMapping.3 ColumnMIOPlaceholderMapping.8MIOPlaceholderMapping;NextEra Energy WhiteMIOPlaceholderMapping.3 Content BMIOPlaceholderMapping.14MIOPlaceholderMapping.TitleMIOPlaceholderMapping.0MIOPlaceholderMapping-NEE ThemeMIOPlaceholderMapping.3 ColumnMIOPlaceholderMapping.8MIOPlaceholderMapping.Title 1MIOPlaceholderMapping.0MIOPlaceholderMapping;NextEra Energy WhiteMIOPlaceholderMapping.3 Content BMIOPlaceholderMapping.14MIOPlaceholderMapping.BodyLeftMIOPlaceholderMapping.20MIOPlaceholderMapping-NEE ThemeMIOPlaceholderMapping.3 ColumnMIOPlaceholderMapping.8MIOPlaceholderMapping.Content Placeholder LeftMIOPlaceholderMapping.13MIOPlaceholderMapping;NextEra Energy WhiteMIOPlaceholderMapping.3 Content BMIOPlaceholderMapping.14MIOPlaceholderMapping.BodyRightTopMIOPlaceholderMapping.19MIOPlaceholderMapping-NEE ThemeMIOPlaceholderMapping.3 ColumnMIOPlaceholderMapping.8MIOPlaceholderMapping.Content Placeholder MiddleMIOPlaceholderMapping.14MIOPlaceholderMapping;NextEra Energy WhiteMIOPlaceholderMapping.3 Content BMIOPlaceholderMapping.14MIOPlaceholderMapping.BodyRightBottomMIOPlaceholderMapping.21MIOPlaceholderMapping-NEE ThemeMIOPlaceholderMapping.3 ColumnMIOPlaceholderMapping.8MIOPlaceholderMapping.Content Placeholder RightMIOPlaceholderMapping.15MIOPlaceholderMapping;1_NextEra Energy WhiteMIOPlaceholderMapping.L: Content; R: 2 ImagesMIOPlaceholderMapping.11MIOPlaceholderMapping-NEE ThemeMIOPlaceholderMapping.3 ColumnMIOPlaceholderMapping.8MIOPlaceholderMapping;1_NextEra Energy WhiteMIOPlaceholderMapping.L: Content; R: 2 ImagesMIOPlaceholderMapping.11MIOPlaceholderMapping.TitleMIOPlaceholderMapping.0MIOPlaceholderMapping-NEE ThemeMIOPlaceholderMapping.3 ColumnMIOPlaceholderMapping.8MIOPlaceholderMapping.Title 1MIOPlaceholderMapping.0MIOPlaceholderMapping;1_NextEra Energy WhiteMIOPlaceholderMapping.L: Content; R: 2 ImagesMIOPlaceholderMapping.11MIOPlaceholderMapping.BodyLeftMIOPlaceholderMapping.18MIOPlaceholderMapping-NEE ThemeMIOPlaceholderMapping.3 ColumnMIOPlaceholderMapping.8MIOPlaceholderMapping.Content Placeholder LeftMIOPlaceholderMapping.13MIOPlaceholderMapping;1_NextEra Energy WhiteMIOPlaceholderMapping.L: Content; R: 2 ImagesMIOPlaceholderMapping.11MIOPlaceholderMapping.PictureTopMIOPlaceholderMapping.14MIOPlaceholderMapping-NEE ThemeMIOPlaceholderMapping.3 ColumnMIOPlaceholderMapping.8MIOPlaceholderMapping.Content Placeholder MiddleMIOPlaceholderMapping.14MIOPlaceholderMapping;1_NextEra Energy WhiteMIOPlaceholderMapping.L: Content; R: 2 ImagesMIOPlaceholderMapping.11MIOPlaceholderMapping.PictureBottomMIOPlaceholderMapping.15MIOPlaceholderMapping-NEE ThemeMIOPlaceholderMapping.3 ColumnMIOPlaceholderMapping.8MIOPlaceholderMapping.Content Placeholder RightMIOPlaceholderMapping.15MIOPlaceholderMapping;3_NextEra Energy WhiteMIOPlaceholderMapping.Photo Team PageMIOPlaceholderMapping.5MIOPlaceholderMapping-NEE ThemeMIOPlaceholderMapping.3 ColumnMIOPlaceholderMapping.8MIOPlaceholderMapping;3_NextEra Energy WhiteMIOPlaceholderMapping.Photo Team PageMIOPlaceholderMapping.5MIOPlaceholderMapping.TitleMIOPlaceholderMapping.0MIOPlaceholderMapping-NEE ThemeMIOPlaceholderMapping.3 ColumnMIOPlaceholderMapping.8MIOPlaceholderMapping.Title 1MIOPlaceholderMapping.0MIOPlaceholderMapping;3_NextEra Energy WhiteMIOPlaceholderMapping.Photo Team PageMIOPlaceholderMapping.5MIOPlaceholderMapping.BodyRighTopMIOPlaceholderMapping.19MIOPlaceholderMapping-NEE ThemeMIOPlaceholderMapping.3 ColumnMIOPlaceholderMapping.8MIOPlaceholderMapping.Content Placeholder LeftMIOPlaceholderMapping.13MIOPlaceholderMapping;3_NextEra Energy WhiteMIOPlaceholderMapping.Photo Team PageMIOPlaceholderMapping.5MIOPlaceholderMapping.BodyRightBottomMIOPlaceholderMapping.21MIOPlaceholderMapping-NEE ThemeMIOPlaceholderMapping.3 ColumnMIOPlaceholderMapping.8MIOPlaceholderMapping.Content Placeholder MiddleMIOPlaceholderMapping.14MIOPlaceholderMapping;3_NextEra Energy WhiteMIOPlaceholderMapping.Photo Team PageMIOPlaceholderMapping.5MIOPlaceholderMapping.BodyRightMIOPlaceholderMapping.20MIOPlaceholderMapping-NEE ThemeMIOPlaceholderMapping.3 ColumnMIOPlaceholderMapping.8MIOPlaceholderMapping.Content Placeholder RightMIOPlaceholderMapping.15MIOPlaceholderMapping;3_NextEra Energy WhiteMIOPlaceholderMapping.L: Content; R: 2 ImagesMIOPlaceholderMapping.11MIOPlaceholderMapping-NEE ThemeMIOPlaceholderMapping.3 ColumnMIOPlaceholderMapping.8MIOPlaceholderMapping;3_NextEra Energy WhiteMIOPlaceholderMapping.L: Content; R: 2 ImagesMIOPlaceholderMapping.11MIOPlaceholderMapping.TitleMIOPlaceholderMapping.0MIOPlaceholderMapping-NEE ThemeMIOPlaceholderMapping.3 ColumnMIOPlaceholderMapping.8MIOPlaceholderMapping.Title 1MIOPlaceholderMapping.0MIOPlaceholderMapping;3_NextEra Energy WhiteMIOPlaceholderMapping.L: Content; R: 2 ImagesMIOPlaceholderMapping.11MIOPlaceholderMapping.BodyLeftMIOPlaceholderMapping.18MIOPlaceholderMapping-NEE ThemeMIOPlaceholderMapping.3 ColumnMIOPlaceholderMapping.8MIOPlaceholderMapping.Content Placeholder LeftMIOPlaceholderMapping.13MIOPlaceholderMapping;3_NextEra Energy WhiteMIOPlaceholderMapping.L: Content; R: 2 ImagesMIOPlaceholderMapping.11MIOPlaceholderMapping.PictureTopMIOPlaceholderMapping.14MIOPlaceholderMapping-NEE ThemeMIOPlaceholderMapping.3 ColumnMIOPlaceholderMapping.8MIOPlaceholderMapping.Content Placeholder MiddleMIOPlaceholderMapping.14MIOPlaceholderMapping;3_NextEra Energy WhiteMIOPlaceholderMapping.L: Content; R: 2 ImagesMIOPlaceholderMapping.11MIOPlaceholderMapping.PictureBottomMIOPlaceholderMapping.15MIOPlaceholderMapping-NEE ThemeMIOPlaceholderMapping.3 ColumnMIOPlaceholderMapping.8MIOPlaceholderMapping.Content Placeholder RightMIOPlaceholderMapping.15MIOPlaceholderMapping;3_NextEra Energy WhiteMIOPlaceholderMapping.3 Content AMIOPlaceholderMapping.13MIOPlaceholderMapping-NEE ThemeMIOPlaceholderMapping.3 ColumnMIOPlaceholderMapping.8MIOPlaceholderMapping;3_NextEra Energy WhiteMIOPlaceholderMapping.3 Content AMIOPlaceholderMapping.13MIOPlaceholderMapping.TitleMIOPlaceholderMapping.0MIOPlaceholderMapping-NEE ThemeMIOPlaceholderMapping.3 ColumnMIOPlaceholderMapping.8MIOPlaceholderMapping.Title 1MIOPlaceholderMapping.0MIOPlaceholderMapping;3_NextEra Energy WhiteMIOPlaceholderMapping.3 Content AMIOPlaceholderMapping.13MIOPlaceholderMapping.BodyRighTopMIOPlaceholderMapping.19MIOPlaceholderMapping-NEE ThemeMIOPlaceholderMapping.3 ColumnMIOPlaceholderMapping.8MIOPlaceholderMapping.Content Placeholder LeftMIOPlaceholderMapping.13MIOPlaceholderMapping;3_NextEra Energy WhiteMIOPlaceholderMapping.3 Content AMIOPlaceholderMapping.13MIOPlaceholderMapping.BodyRightBottomMIOPlaceholderMapping.21MIOPlaceholderMapping-NEE ThemeMIOPlaceholderMapping.3 ColumnMIOPlaceholderMapping.8MIOPlaceholderMapping.Content Placeholder MiddleMIOPlaceholderMapping.14MIOPlaceholderMapping;3_NextEra Energy WhiteMIOPlaceholderMapping.3 Content AMIOPlaceholderMapping.13MIOPlaceholderMapping.BodyRightMIOPlaceholderMapping.20MIOPlaceholderMapping-NEE ThemeMIOPlaceholderMapping.3 ColumnMIOPlaceholderMapping.8MIOPlaceholderMapping.Content Placeholder RightMIOPlaceholderMapping.15MIOPlaceholderMapping;3_NextEra Energy WhiteMIOPlaceholderMapping.3 Content BMIOPlaceholderMapping.14MIOPlaceholderMapping-NEE ThemeMIOPlaceholderMapping.3 ColumnMIOPlaceholderMapping.8MIOPlaceholderMapping;3_NextEra Energy WhiteMIOPlaceholderMapping.3 Content BMIOPlaceholderMapping.14MIOPlaceholderMapping.TitleMIOPlaceholderMapping.0MIOPlaceholderMapping-NEE ThemeMIOPlaceholderMapping.3 ColumnMIOPlaceholderMapping.8MIOPlaceholderMapping.Title 1MIOPlaceholderMapping.0MIOPlaceholderMapping;3_NextEra Energy WhiteMIOPlaceholderMapping.3 Content BMIOPlaceholderMapping.14MIOPlaceholderMapping.BodyLeftMIOPlaceholderMapping.20MIOPlaceholderMapping-NEE ThemeMIOPlaceholderMapping.3 ColumnMIOPlaceholderMapping.8MIOPlaceholderMapping.Content Placeholder LeftMIOPlaceholderMapping.13MIOPlaceholderMapping;3_NextEra Energy WhiteMIOPlaceholderMapping.3 Content BMIOPlaceholderMapping.14MIOPlaceholderMapping.BodyRightTopMIOPlaceholderMapping.19MIOPlaceholderMapping-NEE ThemeMIOPlaceholderMapping.3 ColumnMIOPlaceholderMapping.8MIOPlaceholderMapping.Content Placeholder MiddleMIOPlaceholderMapping.14MIOPlaceholderMapping;3_NextEra Energy WhiteMIOPlaceholderMapping.3 Content BMIOPlaceholderMapping.14MIOPlaceholderMapping.BodyRightBottomMIOPlaceholderMapping.21MIOPlaceholderMapping-NEE ThemeMIOPlaceholderMapping.3 ColumnMIOPlaceholderMapping.8MIOPlaceholderMapping.Content Placeholder RightMIOPlaceholderMapping.15MIOPlaceholderMapping;2_NextEra Energy WhiteMIOPlaceholderMapping.Photo Team PageMIOPlaceholderMapping.5MIOPlaceholderMapping-NEE ThemeMIOPlaceholderMapping.3 ColumnMIOPlaceholderMapping.8MIOPlaceholderMapping;2_NextEra Energy WhiteMIOPlaceholderMapping.Photo Team PageMIOPlaceholderMapping.5MIOPlaceholderMapping.TitleMIOPlaceholderMapping.0MIOPlaceholderMapping-NEE ThemeMIOPlaceholderMapping.3 ColumnMIOPlaceholderMapping.8MIOPlaceholderMapping.Title 1MIOPlaceholderMapping.0MIOPlaceholderMapping;2_NextEra Energy WhiteMIOPlaceholderMapping.Photo Team PageMIOPlaceholderMapping.5MIOPlaceholderMapping.BodyRighTopMIOPlaceholderMapping.19MIOPlaceholderMapping-NEE ThemeMIOPlaceholderMapping.3 ColumnMIOPlaceholderMapping.8MIOPlaceholderMapping.Content Placeholder LeftMIOPlaceholderMapping.13MIOPlaceholderMapping;2_NextEra Energy WhiteMIOPlaceholderMapping.Photo Team PageMIOPlaceholderMapping.5MIOPlaceholderMapping.BodyRightBottomMIOPlaceholderMapping.21MIOPlaceholderMapping-NEE ThemeMIOPlaceholderMapping.3 ColumnMIOPlaceholderMapping.8MIOPlaceholderMapping.Content Placeholder MiddleMIOPlaceholderMapping.14MIOPlaceholderMapping;2_NextEra Energy WhiteMIOPlaceholderMapping.Photo Team PageMIOPlaceholderMapping.5MIOPlaceholderMapping.BodyRightMIOPlaceholderMapping.20MIOPlaceholderMapping-NEE ThemeMIOPlaceholderMapping.3 ColumnMIOPlaceholderMapping.8MIOPlaceholderMapping.Content Placeholder RightMIOPlaceholderMapping.15MIOPlaceholderMapping;2_NextEra Energy WhiteMIOPlaceholderMapping.L: Content; R: 2 ImagesMIOPlaceholderMapping.11MIOPlaceholderMapping-NEE ThemeMIOPlaceholderMapping.3 ColumnMIOPlaceholderMapping.8MIOPlaceholderMapping;2_NextEra Energy WhiteMIOPlaceholderMapping.L: Content; R: 2 ImagesMIOPlaceholderMapping.11MIOPlaceholderMapping.TitleMIOPlaceholderMapping.0MIOPlaceholderMapping-NEE ThemeMIOPlaceholderMapping.3 ColumnMIOPlaceholderMapping.8MIOPlaceholderMapping.Title 1MIOPlaceholderMapping.0MIOPlaceholderMapping;2_NextEra Energy WhiteMIOPlaceholderMapping.L: Content; R: 2 ImagesMIOPlaceholderMapping.11MIOPlaceholderMapping.BodyLeftMIOPlaceholderMapping.18MIOPlaceholderMapping-NEE ThemeMIOPlaceholderMapping.3 ColumnMIOPlaceholderMapping.8MIOPlaceholderMapping.Content Placeholder LeftMIOPlaceholderMapping.13MIOPlaceholderMapping;2_NextEra Energy WhiteMIOPlaceholderMapping.L: Content; R: 2 ImagesMIOPlaceholderMapping.11MIOPlaceholderMapping.PictureTopMIOPlaceholderMapping.14MIOPlaceholderMapping-NEE ThemeMIOPlaceholderMapping.3 ColumnMIOPlaceholderMapping.8MIOPlaceholderMapping.Content Placeholder MiddleMIOPlaceholderMapping.14MIOPlaceholderMapping;2_NextEra Energy WhiteMIOPlaceholderMapping.L: Content; R: 2 ImagesMIOPlaceholderMapping.11MIOPlaceholderMapping.PictureBottomMIOPlaceholderMapping.15MIOPlaceholderMapping-NEE ThemeMIOPlaceholderMapping.3 ColumnMIOPlaceholderMapping.8MIOPlaceholderMapping.Content Placeholder RightMIOPlaceholderMapping.15MIOPlaceholderMapping;2_NextEra Energy WhiteMIOPlaceholderMapping.3 Content AMIOPlaceholderMapping.13MIOPlaceholderMapping-NEE ThemeMIOPlaceholderMapping.3 ColumnMIOPlaceholderMapping.8MIOPlaceholderMapping;2_NextEra Energy WhiteMIOPlaceholderMapping.3 Content AMIOPlaceholderMapping.13MIOPlaceholderMapping.TitleMIOPlaceholderMapping.0MIOPlaceholderMapping-NEE ThemeMIOPlaceholderMapping.3 ColumnMIOPlaceholderMapping.8MIOPlaceholderMapping.Title 1MIOPlaceholderMapping.0MIOPlaceholderMapping;2_NextEra Energy WhiteMIOPlaceholderMapping.3 Content AMIOPlaceholderMapping.13MIOPlaceholderMapping.BodyRighTopMIOPlaceholderMapping.19MIOPlaceholderMapping-NEE ThemeMIOPlaceholderMapping.3 ColumnMIOPlaceholderMapping.8MIOPlaceholderMapping.Content Placeholder LeftMIOPlaceholderMapping.13MIOPlaceholderMapping;2_NextEra Energy WhiteMIOPlaceholderMapping.3 Content AMIOPlaceholderMapping.13MIOPlaceholderMapping.BodyRightBottomMIOPlaceholderMapping.21MIOPlaceholderMapping-NEE ThemeMIOPlaceholderMapping.3 ColumnMIOPlaceholderMapping.8MIOPlaceholderMapping.Content Placeholder MiddleMIOPlaceholderMapping.14MIOPlaceholderMapping;2_NextEra Energy WhiteMIOPlaceholderMapping.3 Content AMIOPlaceholderMapping.13MIOPlaceholderMapping.BodyRightMIOPlaceholderMapping.20MIOPlaceholderMapping-NEE ThemeMIOPlaceholderMapping.3 ColumnMIOPlaceholderMapping.8MIOPlaceholderMapping.Content Placeholder RightMIOPlaceholderMapping.15MIOPlaceholderMapping;2_NextEra Energy WhiteMIOPlaceholderMapping.3 Content BMIOPlaceholderMapping.14MIOPlaceholderMapping-NEE ThemeMIOPlaceholderMapping.3 ColumnMIOPlaceholderMapping.8MIOPlaceholderMapping;2_NextEra Energy WhiteMIOPlaceholderMapping.3 Content BMIOPlaceholderMapping.14MIOPlaceholderMapping.TitleMIOPlaceholderMapping.0MIOPlaceholderMapping-NEE ThemeMIOPlaceholderMapping.3 ColumnMIOPlaceholderMapping.8MIOPlaceholderMapping.Title 1MIOPlaceholderMapping.0MIOPlaceholderMapping;2_NextEra Energy WhiteMIOPlaceholderMapping.3 Content BMIOPlaceholderMapping.14MIOPlaceholderMapping.BodyLeftMIOPlaceholderMapping.20MIOPlaceholderMapping-NEE ThemeMIOPlaceholderMapping.3 ColumnMIOPlaceholderMapping.8MIOPlaceholderMapping.Content Placeholder LeftMIOPlaceholderMapping.13MIOPlaceholderMapping;2_NextEra Energy WhiteMIOPlaceholderMapping.3 Content BMIOPlaceholderMapping.14MIOPlaceholderMapping.BodyRightTopMIOPlaceholderMapping.19MIOPlaceholderMapping-NEE ThemeMIOPlaceholderMapping.3 ColumnMIOPlaceholderMapping.8MIOPlaceholderMapping.Content Placeholder MiddleMIOPlaceholderMapping.14MIOPlaceholderMapping;2_NextEra Energy WhiteMIOPlaceholderMapping.3 Content BMIOPlaceholderMapping.14MIOPlaceholderMapping.BodyRightBottomMIOPlaceholderMapping.21MIOPlaceholderMapping-NEE ThemeMIOPlaceholderMapping.3 ColumnMIOPlaceholderMapping.8MIOPlaceholderMapping.Content Placeholder RightMIOPlaceholderMapping.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1/2 Split Text or ObjectMIOPlaceholderMapping.8MIOPlaceholderMapping.HeaderMIOPlaceholderMapping.10MIOPlaceholderMapping-NEE ThemeMIOPlaceholderMapping.3 Column w/ Title and TakeawayMIOPlaceholderMapping.9MIOPlaceholderMapping.Subtitle PlaceholderMIOPlaceholderMapping.20MIOPlaceholderMapping;empower_Internal_4x3MIOPlaceholderMapping.1/2 Split Text or ObjectMIOPlaceholderMapping.8MIOPlaceholderMapping.TitleMIOPlaceholderMapping.0MIOPlaceholderMapping-NEE ThemeMIOPlaceholderMapping.3 Column w/ Title and TakeawayMIOPlaceholderMapping.9MIOPlaceholderMapping.Title 1MIOPlaceholderMapping.0MIOPlaceholderMapping;empower_Internal_4x3MIOPlaceholderMapping.1/2 Split Text or ObjectMIOPlaceholderMapping.8MIOPlaceholderMapping.BodyMIOPlaceholderMapping.21MIOPlaceholderMapping-NEE ThemeMIOPlaceholderMapping.3 Column w/ Title and TakeawayMIOPlaceholderMapping.9MIOPlaceholderMapping.Content Placeholder LeftMIOPlaceholderMapping.13MIOPlaceholderMapping;empower_Internal_4x3MIOPlaceholderMapping.1/2 Split Text or ObjectMIOPlaceholderMapping.8MIOPlaceholderMapping.BodyUpperRightMIOPlaceholderMapping.17MIOPlaceholderMapping-NEE ThemeMIOPlaceholderMapping.3 Column w/ Title and TakeawayMIOPlaceholderMapping.9MIOPlaceholderMapping.Content Placeholder MiddleMIOPlaceholderMapping.14MIOPlaceholderMapping;empower_Internal_4x3MIOPlaceholderMapping.1/2 Split Text or ObjectMIOPlaceholderMapping.8MIOPlaceholderMapping.BodyLowerRightMIOPlaceholderMapping.22MIOPlaceholderMapping-NEE ThemeMIOPlaceholderMapping.3 Column w/ Title and TakeawayMIOPlaceholderMapping.9MIOPlaceholderMapping.Content Placeholder RightMIOPlaceholderMapping.15MIOPlaceholderMapping;empower_Internal_4x3MIOPlaceholderMapping.1_3 Text or Objects; BoxMIOPlaceholderMapping.21MIOPlaceholderMapping.HeaderMIOPlaceholderMapping.10MIOPlaceholderMapping-NEE ThemeMIOPlaceholderMapping.3 Column w/ Title and TakeawayMIOPlaceholderMapping.9MIOPlaceholderMapping.Subtitle PlaceholderMIOPlaceholderMapping.20MIOPlaceholderMapping;empower_Internal_4x3MIOPlaceholderMapping.1_3 Text or Objects; BoxMIOPlaceholderMapping.21MIOPlaceholderMapping.TitleMIOPlaceholderMapping.0MIOPlaceholderMapping-NEE ThemeMIOPlaceholderMapping.3 Column w/ Title and TakeawayMIOPlaceholderMapping.9MIOPlaceholderMapping.Title 1MIOPlaceholderMapping.0MIOPlaceholderMapping;empower_Internal_4x3MIOPlaceholderMapping.1_3 Text or Objects; BoxMIOPlaceholderMapping.21MIOPlaceholderMapping.BodyMIOPlaceholderMapping.28MIOPlaceholderMapping-NEE ThemeMIOPlaceholderMapping.3 Column w/ Title and TakeawayMIOPlaceholderMapping.9MIOPlaceholderMapping.Content Placeholder LeftMIOPlaceholderMapping.13MIOPlaceholderMapping;empower_Internal_4x3MIOPlaceholderMapping.1_3 Text or Objects; BoxMIOPlaceholderMapping.21MIOPlaceholderMapping.BodyUpperMiddleMIOPlaceholderMapping.29MIOPlaceholderMapping-NEE ThemeMIOPlaceholderMapping.3 Column w/ Title and TakeawayMIOPlaceholderMapping.9MIOPlaceholderMapping.Content Placeholder MiddleMIOPlaceholderMapping.14MIOPlaceholderMapping;empower_Internal_4x3MIOPlaceholderMapping.1_3 Text or Objects; BoxMIOPlaceholderMapping.21MIOPlaceholderMapping.BodyUpperRightMIOPlaceholderMapping.30MIOPlaceholderMapping-NEE ThemeMIOPlaceholderMapping.3 Column w/ Title and TakeawayMIOPlaceholderMapping.9MIOPlaceholderMapping.Content Placeholder RightMIOPlaceholderMapping.15MIOPlaceholderMapping;empower_Internal_4x3MIOPlaceholderMapping.1_3 Text or Objects; BoxMIOPlaceholderMapping.21MIOPlaceholderMapping.TakeawayMIOPlaceholderMapping.15MIOPlaceholderMapping-NEE ThemeMIOPlaceholderMapping.3 Column w/ Title and TakeawayMIOPlaceholderMapping.9MIOPlaceholderMapping.Takeaway BoxMIOPlaceholderMapping.21MIOPlaceholderMapping;1_empower_Internal_4x3MIOPlaceholderMapping.9_Content 3 columnMIOPlaceholderMapping.25MIOPlaceholderMapping.Title 6MIOPlaceholderMapping.0MIOPlaceholderMapping-NEE ThemeMIOPlaceholderMapping.3 Column w/ Title and TakeawayMIOPlaceholderMapping.9MIOPlaceholderMapping.Title 1MIOPlaceholderMapping.0MIOPlaceholderMapping;1_empower_Internal_4x3MIOPlaceholderMapping.9_Content 3 columnMIOPlaceholderMapping.25MIOPlaceholderMapping.Text Placeholder 8MIOPlaceholderMapping.16MIOPlaceholderMapping-NEE ThemeMIOPlaceholderMapping.3 Column w/ Title and TakeawayMIOPlaceholderMapping.9MIOPlaceholderMapping.Subtitle PlaceholderMIOPlaceholderMapping.20MIOPlaceholderMapping;1_empower_Internal_4x3MIOPlaceholderMapping.9_Content 3 columnMIOPlaceholderMapping.25MIOPlaceholderMapping.Content Placeholder 3MIOPlaceholderMapping.2MIOPlaceholderMapping-NEE ThemeMIOPlaceholderMapping.3 Column w/ Title and TakeawayMIOPlaceholderMapping.9MIOPlaceholderMapping.Content Placeholder LeftMIOPlaceholderMapping.13MIOPlaceholderMapping;1_empower_Internal_4x3MIOPlaceholderMapping.9_Content 3 columnMIOPlaceholderMapping.25MIOPlaceholderMapping.Content Placeholder 3MIOPlaceholderMapping.22MIOPlaceholderMapping-NEE ThemeMIOPlaceholderMapping.3 Column w/ Title and TakeawayMIOPlaceholderMapping.9MIOPlaceholderMapping.Content Placeholder MiddleMIOPlaceholderMapping.14MIOPlaceholderMapping;1_empower_Internal_4x3MIOPlaceholderMapping.9_Content 3 columnMIOPlaceholderMapping.25MIOPlaceholderMapping.Content Placeholder 3MIOPlaceholderMapping.20MIOPlaceholderMapping-NEE ThemeMIOPlaceholderMapping.3 Column w/ Title and TakeawayMIOPlaceholderMapping.9MIOPlaceholderMapping.Content Placeholder RightMIOPlaceholderMapping.15MIOPlaceholderMapping;1_empower_Internal_4x3MIOPlaceholderMapping.9_Content 3 columnMIOPlaceholderMapping.25MIOPlaceholderMapping.Footer Placeholder 4MIOPlaceholderMapping.11MIOPlaceholderMapping-NEE ThemeMIOPlaceholderMapping.3 Column w/ Title and TakeawayMIOPlaceholderMapping.9MIOPlaceholderMapping.Source PlaceholderMIOPlaceholderMapping.17MIOPlaceholderMapping;FPL 4x3MIOPlaceholderMapping.L: Text; R: 2 Objects; BoxMIOPlaceholderMapping.11MIOPlaceholderMapping-NEE ThemeMIOPlaceholderMapping.3 Column w/ Title and TakeawayMIOPlaceholderMapping.9MIOPlaceholderMapping;FPL 4x3MIOPlaceholderMapping.L: Text; R: 2 Objects; BoxMIOPlaceholderMapping.11MIOPlaceholderMapping.Text Placeholder 4MIOPlaceholderMapping.10MIOPlaceholderMapping-NEE ThemeMIOPlaceholderMapping.3 Column w/ Title and TakeawayMIOPlaceholderMapping.9MIOPlaceholderMapping.Title 1MIOPlaceholderMapping.0MIOPlaceholderMapping;FPL 4x3MIOPlaceholderMapping.L: Text; R: 2 Objects; BoxMIOPlaceholderMapping.11MIOPlaceholderMapping.Title 1MIOPlaceholderMapping.0MIOPlaceholderMapping-NEE ThemeMIOPlaceholderMapping.3 Column w/ Title and TakeawayMIOPlaceholderMapping.9MIOPlaceholderMapping.Subtitle PlaceholderMIOPlaceholderMapping.20MIOPlaceholderMapping;FPL 4x3MIOPlaceholderMapping.L: Text; R: 2 Objects; BoxMIOPlaceholderMapping.11MIOPlaceholderMapping.Text Placeholder 6MIOPlaceholderMapping.17MIOPlaceholderMapping-NEE ThemeMIOPlaceholderMapping.3 Column w/ Title and TakeawayMIOPlaceholderMapping.9MIOPlaceholderMapping.Content Placeholder LeftMIOPlaceholderMapping.13MIOPlaceholderMapping;FPL 4x3MIOPlaceholderMapping.L: Text; R: 2 Objects; BoxMIOPlaceholderMapping.11MIOPlaceholderMapping.Picture Placeholder 5MIOPlaceholderMapping.14MIOPlaceholderMapping-NEE ThemeMIOPlaceholderMapping.3 Column w/ Title and TakeawayMIOPlaceholderMapping.9MIOPlaceholderMapping.Content Placeholder MiddleMIOPlaceholderMapping.14MIOPlaceholderMapping;FPL 4x3MIOPlaceholderMapping.L: Text; R: 2 Objects; BoxMIOPlaceholderMapping.11MIOPlaceholderMapping.Picture Placeholder 5MIOPlaceholderMapping.15MIOPlaceholderMapping-NEE ThemeMIOPlaceholderMapping.3 Column w/ Title and TakeawayMIOPlaceholderMapping.9MIOPlaceholderMapping.Content Placeholder RightMIOPlaceholderMapping.15MIOPlaceholderMapping;FPL 4x3MIOPlaceholderMapping.L: Text; R: 2 Objects; BoxMIOPlaceholderMapping.11MIOPlaceholderMapping.Text Placeholder 5MIOPlaceholderMapping.12MIOPlaceholderMapping-NEE ThemeMIOPlaceholderMapping.3 Column w/ Title and TakeawayMIOPlaceholderMapping.9MIOPlaceholderMapping.Takeaway BoxMIOPlaceholderMapping.21MIOPlaceholderMapping;FPL 4x3MIOPlaceholderMapping.L: Text; R: 2 Objects; BoxMIOPlaceholderMapping.11MIOPlaceholderMapping.Text Placeholder 10MIOPlaceholderMapping.13MIOPlaceholderMapping-NEE ThemeMIOPlaceholderMapping.3 Column w/ Title and TakeawayMIOPlaceholderMapping.9MIOPlaceholderMapping.Source PlaceholderMIOPlaceholderMapping.17MIOPlaceholderMapping;FPL 4x3MIOPlaceholderMapping.L: Text; R: 2 ObjectsMIOPlaceholderMapping.38MIOPlaceholderMapping-NEE ThemeMIOPlaceholderMapping.3 Column w/ Title and TakeawayMIOPlaceholderMapping.9MIOPlaceholderMapping;FPL 4x3MIOPlaceholderMapping.L: Text; R: 2 ObjectsMIOPlaceholderMapping.38MIOPlaceholderMapping.HeaderMIOPlaceholderMapping.10MIOPlaceholderMapping-NEE ThemeMIOPlaceholderMapping.3 Column w/ Title and TakeawayMIOPlaceholderMapping.9MIOPlaceholderMapping.Title 1MIOPlaceholderMapping.0MIOPlaceholderMapping;FPL 4x3MIOPlaceholderMapping.L: Text; R: 2 ObjectsMIOPlaceholderMapping.38MIOPlaceholderMapping.TitleMIOPlaceholderMapping.0MIOPlaceholderMapping-NEE ThemeMIOPlaceholderMapping.3 Column w/ Title and TakeawayMIOPlaceholderMapping.9MIOPlaceholderMapping.Subtitle PlaceholderMIOPlaceholderMapping.20MIOPlaceholderMapping;FPL 4x3MIOPlaceholderMapping.L: Text; R: 2 ObjectsMIOPlaceholderMapping.38MIOPlaceholderMapping.BodyMIOPlaceholderMapping.16MIOPlaceholderMapping-NEE ThemeMIOPlaceholderMapping.3 Column w/ Title and TakeawayMIOPlaceholderMapping.9MIOPlaceholderMapping.Content Placeholder LeftMIOPlaceholderMapping.13MIOPlaceholderMapping;FPL 4x3MIOPlaceholderMapping.L: Text; R: 2 ObjectsMIOPlaceholderMapping.38MIOPlaceholderMapping.Picture1MIOPlaceholderMapping.14MIOPlaceholderMapping-NEE ThemeMIOPlaceholderMapping.3 Column w/ Title and TakeawayMIOPlaceholderMapping.9MIOPlaceholderMapping.Content Placeholder MiddleMIOPlaceholderMapping.14MIOPlaceholderMapping;FPL 4x3MIOPlaceholderMapping.L: Text; R: 2 ObjectsMIOPlaceholderMapping.38MIOPlaceholderMapping.Picture2MIOPlaceholderMapping.15MIOPlaceholderMapping-NEE ThemeMIOPlaceholderMapping.3 Column w/ Title and TakeawayMIOPlaceholderMapping.9MIOPlaceholderMapping.Content Placeholder RightMIOPlaceholderMapping.15MIOPlaceholderMapping;FPL 4x3MIOPlaceholderMapping.1_L: Text; R: 2 Objects; BoxMIOPlaceholderMapping.39MIOPlaceholderMapping-NEE ThemeMIOPlaceholderMapping.3 Column w/ Title and TakeawayMIOPlaceholderMapping.9MIOPlaceholderMapping;FPL 4x3MIOPlaceholderMapping.1_L: Text; R: 2 Objects; BoxMIOPlaceholderMapping.39MIOPlaceholderMapping.HeaderMIOPlaceholderMapping.10MIOPlaceholderMapping-NEE ThemeMIOPlaceholderMapping.3 Column w/ Title and TakeawayMIOPlaceholderMapping.9MIOPlaceholderMapping.Title 1MIOPlaceholderMapping.0MIOPlaceholderMapping;FPL 4x3MIOPlaceholderMapping.1_L: Text; R: 2 Objects; BoxMIOPlaceholderMapping.39MIOPlaceholderMapping.TitleMIOPlaceholderMapping.0MIOPlaceholderMapping-NEE ThemeMIOPlaceholderMapping.3 Column w/ Title and TakeawayMIOPlaceholderMapping.9MIOPlaceholderMapping.Subtitle PlaceholderMIOPlaceholderMapping.20MIOPlaceholderMapping;FPL 4x3MIOPlaceholderMapping.1_L: Text; R: 2 Objects; BoxMIOPlaceholderMapping.39MIOPlaceholderMapping.BodyMIOPlaceholderMapping.16MIOPlaceholderMapping-NEE ThemeMIOPlaceholderMapping.3 Column w/ Title and TakeawayMIOPlaceholderMapping.9MIOPlaceholderMapping.Content Placeholder LeftMIOPlaceholderMapping.13MIOPlaceholderMapping;FPL 4x3MIOPlaceholderMapping.1_L: Text; R: 2 Objects; BoxMIOPlaceholderMapping.39MIOPlaceholderMapping.Picture1MIOPlaceholderMapping.14MIOPlaceholderMapping-NEE ThemeMIOPlaceholderMapping.3 Column w/ Title and TakeawayMIOPlaceholderMapping.9MIOPlaceholderMapping.Content Placeholder MiddleMIOPlaceholderMapping.14MIOPlaceholderMapping;FPL 4x3MIOPlaceholderMapping.1_L: Text; R: 2 Objects; BoxMIOPlaceholderMapping.39MIOPlaceholderMapping.Picture2MIOPlaceholderMapping.15MIOPlaceholderMapping-NEE ThemeMIOPlaceholderMapping.3 Column w/ Title and TakeawayMIOPlaceholderMapping.9MIOPlaceholderMapping.Content Placeholder RightMIOPlaceholderMapping.15MIOPlaceholderMapping;FPL 4x3MIOPlaceholderMapping.1_L: Text; R: 2 Objects; BoxMIOPlaceholderMapping.39MIOPlaceholderMapping.TakeawayMIOPlaceholderMapping.17MIOPlaceholderMapping-NEE ThemeMIOPlaceholderMapping.3 Column w/ Title and TakeawayMIOPlaceholderMapping.9MIOPlaceholderMapping.Takeaway BoxMIOPlaceholderMapping.2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Title and 4 ContentMIOPlaceholderMapping.12MIOPlaceholderMapping-NEE ThemeMIOPlaceholderMapping.4 ColumnMIOPlaceholderMapping.10MIOPlaceholderMapping;2_FPLGROUP_FinalMIOPlaceholderMapping.Title and 4 ContentMIOPlaceholderMapping.12MIOPlaceholderMapping.Title 1MIOPlaceholderMapping.0MIOPlaceholderMapping-NEE ThemeMIOPlaceholderMapping.4 ColumnMIOPlaceholderMapping.10MIOPlaceholderMapping.Title 1MIOPlaceholderMapping.0MIOPlaceholderMapping;2_FPLGROUP_FinalMIOPlaceholderMapping.Title and 4 ContentMIOPlaceholderMapping.12MIOPlaceholderMapping.Content Placeholder 2MIOPlaceholderMapping.1MIOPlaceholderMapping-NEE ThemeMIOPlaceholderMapping.4 ColumnMIOPlaceholderMapping.10MIOPlaceholderMapping.Content Placeholder LeftMIOPlaceholderMapping.13MIOPlaceholderMapping;2_FPLGROUP_FinalMIOPlaceholderMapping.Title and 4 ContentMIOPlaceholderMapping.12MIOPlaceholderMapping.Content Placeholder 3MIOPlaceholderMapping.2MIOPlaceholderMapping-NEE ThemeMIOPlaceholderMapping.4 ColumnMIOPlaceholderMapping.10MIOPlaceholderMapping.Content Placeholder Left MiddleMIOPlaceholderMapping.14MIOPlaceholderMapping;2_FPLGROUP_FinalMIOPlaceholderMapping.Title and 4 ContentMIOPlaceholderMapping.12MIOPlaceholderMapping.Content Placeholder 4MIOPlaceholderMapping.3MIOPlaceholderMapping-NEE ThemeMIOPlaceholderMapping.4 ColumnMIOPlaceholderMapping.10MIOPlaceholderMapping.Content Placeholder Right MiddleMIOPlaceholderMapping.15MIOPlaceholderMapping;2_FPLGROUP_FinalMIOPlaceholderMapping.Title and 4 ContentMIOPlaceholderMapping.12MIOPlaceholderMapping.Content Placeholder 5MIOPlaceholderMapping.4MIOPlaceholderMapping-NEE ThemeMIOPlaceholderMapping.4 ColumnMIOPlaceholderMapping.10MIOPlaceholderMapping.Content Placeholder RightMIOPlaceholderMapping.16MIOPlaceholderMapping;empower_Internal_4x3MIOPlaceholderMapping.4 Text or ObjectsMIOPlaceholderMapping.16MIOPlaceholderMapping.TitleMIOPlaceholderMapping.0MIOPlaceholderMapping-NEE ThemeMIOPlaceholderMapping.4 ColumnMIOPlaceholderMapping.10MIOPlaceholderMapping.Title 1MIOPlaceholderMapping.0MIOPlaceholderMapping;empower_Internal_4x3MIOPlaceholderMapping.4 Text or ObjectsMIOPlaceholderMapping.16MIOPlaceholderMapping.BodyMIOPlaceholderMapping.20MIOPlaceholderMapping-NEE ThemeMIOPlaceholderMapping.4 ColumnMIOPlaceholderMapping.10MIOPlaceholderMapping.Content Placeholder LeftMIOPlaceholderMapping.13MIOPlaceholderMapping;empower_Internal_4x3MIOPlaceholderMapping.4 Text or ObjectsMIOPlaceholderMapping.16MIOPlaceholderMapping.BodyUpperRightMIOPlaceholderMapping.21MIOPlaceholderMapping-NEE ThemeMIOPlaceholderMapping.4 ColumnMIOPlaceholderMapping.10MIOPlaceholderMapping.Content Placeholder Right MiddleMIOPlaceholderMapping.15MIOPlaceholderMapping;empower_Internal_4x3MIOPlaceholderMapping.4 Text or ObjectsMIOPlaceholderMapping.16MIOPlaceholderMapping.BodyLowerLeftMIOPlaceholderMapping.22MIOPlaceholderMapping-NEE ThemeMIOPlaceholderMapping.4 ColumnMIOPlaceholderMapping.10MIOPlaceholderMapping.Content Placeholder Left MiddleMIOPlaceholderMapping.14MIOPlaceholderMapping;empower_Internal_4x3MIOPlaceholderMapping.4 Text or ObjectsMIOPlaceholderMapping.16MIOPlaceholderMapping.BodyLowerRightMIOPlaceholderMapping.23MIOPlaceholderMapping-NEE ThemeMIOPlaceholderMapping.4 ColumnMIOPlaceholderMapping.10MIOPlaceholderMapping.Content Placeholder RightMIOPlaceholderMapping.16MIOPlaceholderMapping;2_empower_Internal_4x3MIOPlaceholderMapping.4 Text or ObjectsMIOPlaceholderMapping.16MIOPlaceholderMapping.TitleMIOPlaceholderMapping.0MIOPlaceholderMapping-NEE ThemeMIOPlaceholderMapping.4 ColumnMIOPlaceholderMapping.10MIOPlaceholderMapping.Title 1MIOPlaceholderMapping.0MIOPlaceholderMapping;2_empower_Internal_4x3MIOPlaceholderMapping.4 Text or ObjectsMIOPlaceholderMapping.16MIOPlaceholderMapping.BodyMIOPlaceholderMapping.20MIOPlaceholderMapping-NEE ThemeMIOPlaceholderMapping.4 ColumnMIOPlaceholderMapping.10MIOPlaceholderMapping.Content Placeholder LeftMIOPlaceholderMapping.13MIOPlaceholderMapping;2_empower_Internal_4x3MIOPlaceholderMapping.4 Text or ObjectsMIOPlaceholderMapping.16MIOPlaceholderMapping.BodyUpperRightMIOPlaceholderMapping.21MIOPlaceholderMapping-NEE ThemeMIOPlaceholderMapping.4 ColumnMIOPlaceholderMapping.10MIOPlaceholderMapping.Content Placeholder Right MiddleMIOPlaceholderMapping.15MIOPlaceholderMapping;2_empower_Internal_4x3MIOPlaceholderMapping.4 Text or ObjectsMIOPlaceholderMapping.16MIOPlaceholderMapping.BodyLowerLeftMIOPlaceholderMapping.22MIOPlaceholderMapping-NEE ThemeMIOPlaceholderMapping.4 ColumnMIOPlaceholderMapping.10MIOPlaceholderMapping.Content Placeholder Left MiddleMIOPlaceholderMapping.14MIOPlaceholderMapping;2_empower_Internal_4x3MIOPlaceholderMapping.4 Text or ObjectsMIOPlaceholderMapping.16MIOPlaceholderMapping.BodyLowerRightMIOPlaceholderMapping.23MIOPlaceholderMapping-NEE ThemeMIOPlaceholderMapping.4 ColumnMIOPlaceholderMapping.10MIOPlaceholderMapping.Content Placeholder RightMIOPlaceholderMapping.16MIOPlaceholderMapping;1_empower_Internal_4x3MIOPlaceholderMapping.4 Text or ObjectsMIOPlaceholderMapping.16MIOPlaceholderMapping.TitleMIOPlaceholderMapping.0MIOPlaceholderMapping-NEE ThemeMIOPlaceholderMapping.4 ColumnMIOPlaceholderMapping.10MIOPlaceholderMapping.Title 1MIOPlaceholderMapping.0MIOPlaceholderMapping;1_empower_Internal_4x3MIOPlaceholderMapping.4 Text or ObjectsMIOPlaceholderMapping.16MIOPlaceholderMapping.BodyMIOPlaceholderMapping.20MIOPlaceholderMapping-NEE ThemeMIOPlaceholderMapping.4 ColumnMIOPlaceholderMapping.10MIOPlaceholderMapping.Content Placeholder LeftMIOPlaceholderMapping.13MIOPlaceholderMapping;1_empower_Internal_4x3MIOPlaceholderMapping.4 Text or ObjectsMIOPlaceholderMapping.16MIOPlaceholderMapping.BodyUpperRightMIOPlaceholderMapping.21MIOPlaceholderMapping-NEE ThemeMIOPlaceholderMapping.4 ColumnMIOPlaceholderMapping.10MIOPlaceholderMapping.Content Placeholder Right MiddleMIOPlaceholderMapping.15MIOPlaceholderMapping;1_empower_Internal_4x3MIOPlaceholderMapping.4 Text or ObjectsMIOPlaceholderMapping.16MIOPlaceholderMapping.BodyLowerLeftMIOPlaceholderMapping.22MIOPlaceholderMapping-NEE ThemeMIOPlaceholderMapping.4 ColumnMIOPlaceholderMapping.10MIOPlaceholderMapping.Content Placeholder Left MiddleMIOPlaceholderMapping.14MIOPlaceholderMapping;1_empower_Internal_4x3MIOPlaceholderMapping.4 Text or ObjectsMIOPlaceholderMapping.16MIOPlaceholderMapping.BodyLowerRightMIOPlaceholderMapping.23MIOPlaceholderMapping-NEE ThemeMIOPlaceholderMapping.4 ColumnMIOPlaceholderMapping.10MIOPlaceholderMapping.Content Placeholder RightMIOPlaceholderMapping.16MIOPlaceholderMapping;8_neep_v2_2 logosMIOPlaceholderMapping.Title and 4 ContentMIOPlaceholderMapping.14MIOPlaceholderMapping-NEE ThemeMIOPlaceholderMapping.4 ColumnMIOPlaceholderMapping.10MIOPlaceholderMapping;8_neep_v2_2 logosMIOPlaceholderMapping.Title and 4 ContentMIOPlaceholderMapping.14MIOPlaceholderMapping.Title 1MIOPlaceholderMapping.0MIOPlaceholderMapping-NEE ThemeMIOPlaceholderMapping.4 ColumnMIOPlaceholderMapping.10MIOPlaceholderMapping.Title 1MIOPlaceholderMapping.0MIOPlaceholderMapping;8_neep_v2_2 logosMIOPlaceholderMapping.Title and 4 ContentMIOPlaceholderMapping.14MIOPlaceholderMapping.Content Placeholder 2MIOPlaceholderMapping.1MIOPlaceholderMapping-NEE ThemeMIOPlaceholderMapping.4 ColumnMIOPlaceholderMapping.10MIOPlaceholderMapping.Content Placeholder LeftMIOPlaceholderMapping.13MIOPlaceholderMapping;8_neep_v2_2 logosMIOPlaceholderMapping.Title and 4 ContentMIOPlaceholderMapping.14MIOPlaceholderMapping.Content Placeholder 3MIOPlaceholderMapping.2MIOPlaceholderMapping-NEE ThemeMIOPlaceholderMapping.4 ColumnMIOPlaceholderMapping.10MIOPlaceholderMapping.Content Placeholder Left MiddleMIOPlaceholderMapping.14MIOPlaceholderMapping;8_neep_v2_2 logosMIOPlaceholderMapping.Title and 4 ContentMIOPlaceholderMapping.14MIOPlaceholderMapping.Content Placeholder 4MIOPlaceholderMapping.3MIOPlaceholderMapping-NEE ThemeMIOPlaceholderMapping.4 ColumnMIOPlaceholderMapping.10MIOPlaceholderMapping.Content Placeholder Right MiddleMIOPlaceholderMapping.15MIOPlaceholderMapping;8_neep_v2_2 logosMIOPlaceholderMapping.Title and 4 ContentMIOPlaceholderMapping.14MIOPlaceholderMapping.Content Placeholder 5MIOPlaceholderMapping.4MIOPlaceholderMapping-NEE ThemeMIOPlaceholderMapping.4 ColumnMIOPlaceholderMapping.10MIOPlaceholderMapping.Content Placeholder RightMIOPlaceholderMapping.16MIOPlaceholderMapping;9_neep_v2_2 logosMIOPlaceholderMapping.Title and 4 ContentMIOPlaceholderMapping.14MIOPlaceholderMapping-NEE ThemeMIOPlaceholderMapping.4 ColumnMIOPlaceholderMapping.10MIOPlaceholderMapping;9_neep_v2_2 logosMIOPlaceholderMapping.Title and 4 ContentMIOPlaceholderMapping.14MIOPlaceholderMapping.Title 1MIOPlaceholderMapping.0MIOPlaceholderMapping-NEE ThemeMIOPlaceholderMapping.4 ColumnMIOPlaceholderMapping.10MIOPlaceholderMapping.Title 1MIOPlaceholderMapping.0MIOPlaceholderMapping;9_neep_v2_2 logosMIOPlaceholderMapping.Title and 4 ContentMIOPlaceholderMapping.14MIOPlaceholderMapping.Content Placeholder 2MIOPlaceholderMapping.1MIOPlaceholderMapping-NEE ThemeMIOPlaceholderMapping.4 ColumnMIOPlaceholderMapping.10MIOPlaceholderMapping.Content Placeholder LeftMIOPlaceholderMapping.13MIOPlaceholderMapping;9_neep_v2_2 logosMIOPlaceholderMapping.Title and 4 ContentMIOPlaceholderMapping.14MIOPlaceholderMapping.Content Placeholder 3MIOPlaceholderMapping.2MIOPlaceholderMapping-NEE ThemeMIOPlaceholderMapping.4 ColumnMIOPlaceholderMapping.10MIOPlaceholderMapping.Content Placeholder Left MiddleMIOPlaceholderMapping.14MIOPlaceholderMapping;9_neep_v2_2 logosMIOPlaceholderMapping.Title and 4 ContentMIOPlaceholderMapping.14MIOPlaceholderMapping.Content Placeholder 4MIOPlaceholderMapping.3MIOPlaceholderMapping-NEE ThemeMIOPlaceholderMapping.4 ColumnMIOPlaceholderMapping.10MIOPlaceholderMapping.Content Placeholder Right MiddleMIOPlaceholderMapping.15MIOPlaceholderMapping;9_neep_v2_2 logosMIOPlaceholderMapping.Title and 4 ContentMIOPlaceholderMapping.14MIOPlaceholderMapping.Content Placeholder 5MIOPlaceholderMapping.4MIOPlaceholderMapping-NEE ThemeMIOPlaceholderMapping.4 ColumnMIOPlaceholderMapping.10MIOPlaceholderMapping.Content Placeholder RightMIOPlaceholderMapping.16MIOPlaceholderMapping;FPL 4x3MIOPlaceholderMapping.T: 2 Objects; B: 2 TextMIOPlaceholderMapping.13MIOPlaceholderMapping.Text Placeholder 4MIOPlaceholderMapping.10MIOPlaceholderMapping-NEE ThemeMIOPlaceholderMapping.4 ColumnMIOPlaceholderMapping.10MIOPlaceholderMapping.Title 1MIOPlaceholderMapping.0MIOPlaceholderMapping;FPL 4x3MIOPlaceholderMapping.T: 2 Objects; B: 2 TextMIOPlaceholderMapping.13MIOPlaceholderMapping-NEE ThemeMIOPlaceholderMapping.4 ColumnMIOPlaceholderMapping.10MIOPlaceholderMapping;FPL 4x3MIOPlaceholderMapping.T: 2 Objects; B: 2 TextMIOPlaceholderMapping.13MIOPlaceholderMapping.Content Placeholder 6MIOPlaceholderMapping.17MIOPlaceholderMapping-NEE ThemeMIOPlaceholderMapping.4 ColumnMIOPlaceholderMapping.10MIOPlaceholderMapping.Content Placeholder LeftMIOPlaceholderMapping.13MIOPlaceholderMapping;FPL 4x3MIOPlaceholderMapping.T: 2 Objects; B: 2 TextMIOPlaceholderMapping.13MIOPlaceholderMapping.Content Placeholder 6MIOPlaceholderMapping.14MIOPlaceholderMapping-NEE ThemeMIOPlaceholderMapping.4 ColumnMIOPlaceholderMapping.10MIOPlaceholderMapping.Content Placeholder Left MiddleMIOPlaceholderMapping.14MIOPlaceholderMapping;FPL 4x3MIOPlaceholderMapping.T: 2 Objects; B: 2 TextMIOPlaceholderMapping.13MIOPlaceholderMapping.Text Placeholder 3MIOPlaceholderMapping.18MIOPlaceholderMapping-NEE ThemeMIOPlaceholderMapping.4 ColumnMIOPlaceholderMapping.10MIOPlaceholderMapping.Content Placeholder Right MiddleMIOPlaceholderMapping.15MIOPlaceholderMapping;FPL 4x3MIOPlaceholderMapping.T: 2 Objects; B: 2 TextMIOPlaceholderMapping.13MIOPlaceholderMapping.Text Placeholder 3MIOPlaceholderMapping.19MIOPlaceholderMapping-NEE ThemeMIOPlaceholderMapping.4 ColumnMIOPlaceholderMapping.10MIOPlaceholderMapping.Content Placeholder RightMIOPlaceholderMapping.16MIOPlaceholderMapping;FPL 4x3MIOPlaceholderMapping.T: 2 Objects; B: 2 TextMIOPlaceholderMapping.13MIOPlaceholderMapping.Text Placeholder 10MIOPlaceholderMapping.13MIOPlaceholderMapping-NEE ThemeMIOPlaceholderMapping.4 ColumnMIOPlaceholderMapping.10MIOPlaceholderMapping.Source PlaceholderMIOPlaceholderMapping.17MIOPlaceholderMapping;FPL 4x3MIOPlaceholderMapping.4 ObjectsMIOPlaceholderMapping.14MIOPlaceholderMapping-NEE ThemeMIOPlaceholderMapping.4 ColumnMIOPlaceholderMapping.10MIOPlaceholderMapping;FPL 4x3MIOPlaceholderMapping.4 ObjectsMIOPlaceholderMapping.14MIOPlaceholderMapping.Title 1MIOPlaceholderMapping.0MIOPlaceholderMapping-NEE ThemeMIOPlaceholderMapping.4 ColumnMIOPlaceholderMapping.10MIOPlaceholderMapping.Title 1MIOPlaceholderMapping.0MIOPlaceholderMapping;FPL 4x3MIOPlaceholderMapping.4 ObjectsMIOPlaceholderMapping.14MIOPlaceholderMapping.Content Placeholder 6MIOPlaceholderMapping.17MIOPlaceholderMapping-NEE ThemeMIOPlaceholderMapping.4 ColumnMIOPlaceholderMapping.10MIOPlaceholderMapping.Content Placeholder LeftMIOPlaceholderMapping.13MIOPlaceholderMapping;FPL 4x3MIOPlaceholderMapping.4 ObjectsMIOPlaceholderMapping.14MIOPlaceholderMapping.Content Placeholder 6MIOPlaceholderMapping.14MIOPlaceholderMapping-NEE ThemeMIOPlaceholderMapping.4 ColumnMIOPlaceholderMapping.10MIOPlaceholderMapping.Content Placeholder Left MiddleMIOPlaceholderMapping.14MIOPlaceholderMapping;FPL 4x3MIOPlaceholderMapping.4 ObjectsMIOPlaceholderMapping.14MIOPlaceholderMapping.Content Placeholder 6MIOPlaceholderMapping.19MIOPlaceholderMapping-NEE ThemeMIOPlaceholderMapping.4 ColumnMIOPlaceholderMapping.10MIOPlaceholderMapping.Content Placeholder Right MiddleMIOPlaceholderMapping.15MIOPlaceholderMapping;FPL 4x3MIOPlaceholderMapping.4 ObjectsMIOPlaceholderMapping.14MIOPlaceholderMapping.Content Placeholder 6MIOPlaceholderMapping.18MIOPlaceholderMapping-NEE ThemeMIOPlaceholderMapping.4 ColumnMIOPlaceholderMapping.10MIOPlaceholderMapping.Content Placeholder RightMIOPlaceholderMapping.16MIOPlaceholderMapping;FPL 4x3MIOPlaceholderMapping.4 Text or ObjectsMIOPlaceholderMapping.42MIOPlaceholderMapping-NEE ThemeMIOPlaceholderMapping.4 ColumnMIOPlaceholderMapping.10MIOPlaceholderMapping;FPL 4x3MIOPlaceholderMapping.4 Text or ObjectsMIOPlaceholderMapping.42MIOPlaceholderMapping.TitleMIOPlaceholderMapping.0MIOPlaceholderMapping-NEE ThemeMIOPlaceholderMapping.4 ColumnMIOPlaceholderMapping.10MIOPlaceholderMapping.Title 1MIOPlaceholderMapping.0MIOPlaceholderMapping;FPL 4x3MIOPlaceholderMapping.4 Text or ObjectsMIOPlaceholderMapping.42MIOPlaceholderMapping.BodyMIOPlaceholderMapping.20MIOPlaceholderMapping-NEE ThemeMIOPlaceholderMapping.4 ColumnMIOPlaceholderMapping.10MIOPlaceholderMapping.Content Placeholder LeftMIOPlaceholderMapping.13MIOPlaceholderMapping;FPL 4x3MIOPlaceholderMapping.4 Text or ObjectsMIOPlaceholderMapping.42MIOPlaceholderMapping.BodyUpperRightMIOPlaceholderMapping.21MIOPlaceholderMapping-NEE ThemeMIOPlaceholderMapping.4 ColumnMIOPlaceholderMapping.10MIOPlaceholderMapping.Content Placeholder Left MiddleMIOPlaceholderMapping.14MIOPlaceholderMapping;FPL 4x3MIOPlaceholderMapping.4 Text or ObjectsMIOPlaceholderMapping.42MIOPlaceholderMapping.BodyLowerLeftMIOPlaceholderMapping.22MIOPlaceholderMapping-NEE ThemeMIOPlaceholderMapping.4 ColumnMIOPlaceholderMapping.10MIOPlaceholderMapping.Content Placeholder Right MiddleMIOPlaceholderMapping.15MIOPlaceholderMapping;FPL 4x3MIOPlaceholderMapping.4 Text or ObjectsMIOPlaceholderMapping.42MIOPlaceholderMapping.BodyLowerRightMIOPlaceholderMapping.23MIOPlaceholderMapping-NEE ThemeMIOPlaceholderMapping.4 ColumnMIOPlaceholderMapping.10MIOPlaceholderMapping.Content Placeholder RightMIOPlaceholderMapping.16MIOPlaceholderMapping;NextEra Energy WhiteMIOPlaceholderMapping.Quartly LayoutMIOPlaceholderMapping.6MIOPlaceholderMapping-NEE ThemeMIOPlaceholderMapping.4 ColumnMIOPlaceholderMapping.10MIOPlaceholderMapping;NextEra Energy WhiteMIOPlaceholderMapping.Quartly LayoutMIOPlaceholderMapping.6MIOPlaceholderMapping.TitleMIOPlaceholderMapping.0MIOPlaceholderMapping-NEE ThemeMIOPlaceholderMapping.4 ColumnMIOPlaceholderMapping.10MIOPlaceholderMapping.Title 1MIOPlaceholderMapping.0MIOPlaceholderMapping;NextEra Energy WhiteMIOPlaceholderMapping.Quartly LayoutMIOPlaceholderMapping.6MIOPlaceholderMapping.BodyRighTopMIOPlaceholderMapping.20MIOPlaceholderMapping-NEE ThemeMIOPlaceholderMapping.4 ColumnMIOPlaceholderMapping.10MIOPlaceholderMapping.Content Placeholder LeftMIOPlaceholderMapping.13MIOPlaceholderMapping;NextEra Energy WhiteMIOPlaceholderMapping.Quartly LayoutMIOPlaceholderMapping.6MIOPlaceholderMapping.BodyRighTopMIOPlaceholderMapping.21MIOPlaceholderMapping-NEE ThemeMIOPlaceholderMapping.4 ColumnMIOPlaceholderMapping.10MIOPlaceholderMapping.Content Placeholder Left MiddleMIOPlaceholderMapping.14MIOPlaceholderMapping;NextEra Energy WhiteMIOPlaceholderMapping.Quartly LayoutMIOPlaceholderMapping.6MIOPlaceholderMapping.BodyRighTopMIOPlaceholderMapping.22MIOPlaceholderMapping-NEE ThemeMIOPlaceholderMapping.4 ColumnMIOPlaceholderMapping.10MIOPlaceholderMapping.Content Placeholder Right MiddleMIOPlaceholderMapping.15MIOPlaceholderMapping;NextEra Energy WhiteMIOPlaceholderMapping.Quartly LayoutMIOPlaceholderMapping.6MIOPlaceholderMapping.BodyRighTopMIOPlaceholderMapping.23MIOPlaceholderMapping-NEE ThemeMIOPlaceholderMapping.4 ColumnMIOPlaceholderMapping.10MIOPlaceholderMapping.Content Placeholder RightMIOPlaceholderMapping.16MIOPlaceholderMapping;NextEra Energy WhiteMIOPlaceholderMapping.L: Content 2/3; R: 3 ImagesMIOPlaceholderMapping.12MIOPlaceholderMapping-NEE ThemeMIOPlaceholderMapping.4 ColumnMIOPlaceholderMapping.10MIOPlaceholderMapping;NextEra Energy WhiteMIOPlaceholderMapping.L: Content 2/3; R: 3 ImagesMIOPlaceholderMapping.12MIOPlaceholderMapping.TitleMIOPlaceholderMapping.0MIOPlaceholderMapping-NEE ThemeMIOPlaceholderMapping.4 ColumnMIOPlaceholderMapping.10MIOPlaceholderMapping.Title 1MIOPlaceholderMapping.0MIOPlaceholderMapping;NextEra Energy WhiteMIOPlaceholderMapping.L: Content 2/3; R: 3 ImagesMIOPlaceholderMapping.12MIOPlaceholderMapping.BodyLeftMIOPlaceholderMapping.18MIOPlaceholderMapping-NEE ThemeMIOPlaceholderMapping.4 ColumnMIOPlaceholderMapping.10MIOPlaceholderMapping.Content Placeholder LeftMIOPlaceholderMapping.13MIOPlaceholderMapping;NextEra Energy WhiteMIOPlaceholderMapping.L: Content 2/3; R: 3 ImagesMIOPlaceholderMapping.12MIOPlaceholderMapping.PictureTopMIOPlaceholderMapping.14MIOPlaceholderMapping-NEE ThemeMIOPlaceholderMapping.4 ColumnMIOPlaceholderMapping.10MIOPlaceholderMapping.Content Placeholder Left MiddleMIOPlaceholderMapping.14MIOPlaceholderMapping;NextEra Energy WhiteMIOPlaceholderMapping.L: Content 2/3; R: 3 ImagesMIOPlaceholderMapping.12MIOPlaceholderMapping.PictureMiddleMIOPlaceholderMapping.15MIOPlaceholderMapping-NEE ThemeMIOPlaceholderMapping.4 ColumnMIOPlaceholderMapping.10MIOPlaceholderMapping.Content Placeholder Right MiddleMIOPlaceholderMapping.15MIOPlaceholderMapping;NextEra Energy WhiteMIOPlaceholderMapping.L: Content 2/3; R: 3 ImagesMIOPlaceholderMapping.12MIOPlaceholderMapping.PictureBottomMIOPlaceholderMapping.16MIOPlaceholderMapping-NEE ThemeMIOPlaceholderMapping.4 ColumnMIOPlaceholderMapping.10MIOPlaceholderMapping.Content Placeholder RightMIOPlaceholderMapping.16MIOPlaceholderMapping;NextEra Energy WhiteMIOPlaceholderMapping.4 Content AMIOPlaceholderMapping.15MIOPlaceholderMapping-NEE ThemeMIOPlaceholderMapping.4 ColumnMIOPlaceholderMapping.10MIOPlaceholderMapping;NextEra Energy WhiteMIOPlaceholderMapping.4 Content AMIOPlaceholderMapping.15MIOPlaceholderMapping.TitleMIOPlaceholderMapping.0MIOPlaceholderMapping-NEE ThemeMIOPlaceholderMapping.4 ColumnMIOPlaceholderMapping.10MIOPlaceholderMapping.Title 1MIOPlaceholderMapping.0MIOPlaceholderMapping;NextEra Energy WhiteMIOPlaceholderMapping.4 Content AMIOPlaceholderMapping.15MIOPlaceholderMapping.BodyRightTopMIOPlaceholderMapping.19MIOPlaceholderMapping-NEE ThemeMIOPlaceholderMapping.4 ColumnMIOPlaceholderMapping.10MIOPlaceholderMapping.Content Placeholder LeftMIOPlaceholderMapping.13MIOPlaceholderMapping;NextEra Energy WhiteMIOPlaceholderMapping.4 Content AMIOPlaceholderMapping.15MIOPlaceholderMapping.BodyRightTopMIOPlaceholderMapping.22MIOPlaceholderMapping-NEE ThemeMIOPlaceholderMapping.4 ColumnMIOPlaceholderMapping.10MIOPlaceholderMapping.Content Placeholder Left MiddleMIOPlaceholderMapping.14MIOPlaceholderMapping;NextEra Energy WhiteMIOPlaceholderMapping.4 Content AMIOPlaceholderMapping.15MIOPlaceholderMapping.BodyLeftBottomMIOPlaceholderMapping.21MIOPlaceholderMapping-NEE ThemeMIOPlaceholderMapping.4 ColumnMIOPlaceholderMapping.10MIOPlaceholderMapping.Content Placeholder Right MiddleMIOPlaceholderMapping.15MIOPlaceholderMapping;NextEra Energy WhiteMIOPlaceholderMapping.4 Content AMIOPlaceholderMapping.15MIOPlaceholderMapping.BodyRightBottomMIOPlaceholderMapping.23MIOPlaceholderMapping-NEE ThemeMIOPlaceholderMapping.4 ColumnMIOPlaceholderMapping.10MIOPlaceholderMapping.Content Placeholder RightMIOPlaceholderMapping.16MIOPlaceholderMapping;NextEra Energy WhiteMIOPlaceholderMapping.4 Content BMIOPlaceholderMapping.16MIOPlaceholderMapping-NEE ThemeMIOPlaceholderMapping.4 ColumnMIOPlaceholderMapping.10MIOPlaceholderMapping;NextEra Energy WhiteMIOPlaceholderMapping.4 Content BMIOPlaceholderMapping.16MIOPlaceholderMapping.TitleMIOPlaceholderMapping.0MIOPlaceholderMapping-NEE ThemeMIOPlaceholderMapping.4 ColumnMIOPlaceholderMapping.10MIOPlaceholderMapping.Title 1MIOPlaceholderMapping.0MIOPlaceholderMapping;NextEra Energy WhiteMIOPlaceholderMapping.4 Content BMIOPlaceholderMapping.16MIOPlaceholderMapping.BodyLeftTopMIOPlaceholderMapping.25MIOPlaceholderMapping-NEE ThemeMIOPlaceholderMapping.4 ColumnMIOPlaceholderMapping.10MIOPlaceholderMapping.Content Placeholder LeftMIOPlaceholderMapping.13MIOPlaceholderMapping;NextEra Energy WhiteMIOPlaceholderMapping.4 Content BMIOPlaceholderMapping.16MIOPlaceholderMapping.BodyMiddleTopMIOPlaceholderMapping.26MIOPlaceholderMapping-NEE ThemeMIOPlaceholderMapping.4 ColumnMIOPlaceholderMapping.10MIOPlaceholderMapping.Content Placeholder Left MiddleMIOPlaceholderMapping.14MIOPlaceholderMapping;NextEra Energy WhiteMIOPlaceholderMapping.4 Content BMIOPlaceholderMapping.16MIOPlaceholderMapping.BodyRightTopMIOPlaceholderMapping.27MIOPlaceholderMapping-NEE ThemeMIOPlaceholderMapping.4 ColumnMIOPlaceholderMapping.10MIOPlaceholderMapping.Content Placeholder Right MiddleMIOPlaceholderMapping.15MIOPlaceholderMapping;NextEra Energy WhiteMIOPlaceholderMapping.4 Content BMIOPlaceholderMapping.16MIOPlaceholderMapping.BodyLeftBottomMIOPlaceholderMapping.28MIOPlaceholderMapping-NEE ThemeMIOPlaceholderMapping.4 ColumnMIOPlaceholderMapping.10MIOPlaceholderMapping.Content Placeholder RightMIOPlaceholderMapping.16MIOPlaceholderMapping;1_NextEra Energy WhiteMIOPlaceholderMapping.Quartly LayoutMIOPlaceholderMapping.6MIOPlaceholderMapping-NEE ThemeMIOPlaceholderMapping.4 ColumnMIOPlaceholderMapping.10MIOPlaceholderMapping;1_NextEra Energy WhiteMIOPlaceholderMapping.Quartly LayoutMIOPlaceholderMapping.6MIOPlaceholderMapping.TitleMIOPlaceholderMapping.0MIOPlaceholderMapping-NEE ThemeMIOPlaceholderMapping.4 ColumnMIOPlaceholderMapping.10MIOPlaceholderMapping.Title 1MIOPlaceholderMapping.0MIOPlaceholderMapping;1_NextEra Energy WhiteMIOPlaceholderMapping.Quartly LayoutMIOPlaceholderMapping.6MIOPlaceholderMapping.BodyRighTopMIOPlaceholderMapping.20MIOPlaceholderMapping-NEE ThemeMIOPlaceholderMapping.4 ColumnMIOPlaceholderMapping.10MIOPlaceholderMapping.Content Placeholder LeftMIOPlaceholderMapping.13MIOPlaceholderMapping;1_NextEra Energy WhiteMIOPlaceholderMapping.Quartly LayoutMIOPlaceholderMapping.6MIOPlaceholderMapping.BodyRighTopMIOPlaceholderMapping.21MIOPlaceholderMapping-NEE ThemeMIOPlaceholderMapping.4 ColumnMIOPlaceholderMapping.10MIOPlaceholderMapping.Content Placeholder Left MiddleMIOPlaceholderMapping.14MIOPlaceholderMapping;1_NextEra Energy WhiteMIOPlaceholderMapping.Quartly LayoutMIOPlaceholderMapping.6MIOPlaceholderMapping.BodyRighTopMIOPlaceholderMapping.22MIOPlaceholderMapping-NEE ThemeMIOPlaceholderMapping.4 ColumnMIOPlaceholderMapping.10MIOPlaceholderMapping.Content Placeholder Right MiddleMIOPlaceholderMapping.15MIOPlaceholderMapping;1_NextEra Energy WhiteMIOPlaceholderMapping.Quartly LayoutMIOPlaceholderMapping.6MIOPlaceholderMapping.BodyRighTopMIOPlaceholderMapping.23MIOPlaceholderMapping-NEE ThemeMIOPlaceholderMapping.4 ColumnMIOPlaceholderMapping.10MIOPlaceholderMapping.Content Placeholder RightMIOPlaceholderMapping.16MIOPlaceholderMapping;1_NextEra Energy WhiteMIOPlaceholderMapping.L: Content 2/3; R: 3 ImagesMIOPlaceholderMapping.12MIOPlaceholderMapping-NEE ThemeMIOPlaceholderMapping.4 ColumnMIOPlaceholderMapping.10MIOPlaceholderMapping;1_NextEra Energy WhiteMIOPlaceholderMapping.L: Content 2/3; R: 3 ImagesMIOPlaceholderMapping.12MIOPlaceholderMapping.TitleMIOPlaceholderMapping.0MIOPlaceholderMapping-NEE ThemeMIOPlaceholderMapping.4 ColumnMIOPlaceholderMapping.10MIOPlaceholderMapping.Title 1MIOPlaceholderMapping.0MIOPlaceholderMapping;1_NextEra Energy WhiteMIOPlaceholderMapping.L: Content 2/3; R: 3 ImagesMIOPlaceholderMapping.12MIOPlaceholderMapping.BodyLeftMIOPlaceholderMapping.18MIOPlaceholderMapping-NEE ThemeMIOPlaceholderMapping.4 ColumnMIOPlaceholderMapping.10MIOPlaceholderMapping.Content Placeholder LeftMIOPlaceholderMapping.13MIOPlaceholderMapping;1_NextEra Energy WhiteMIOPlaceholderMapping.L: Content 2/3; R: 3 ImagesMIOPlaceholderMapping.12MIOPlaceholderMapping.PictureTopMIOPlaceholderMapping.14MIOPlaceholderMapping-NEE ThemeMIOPlaceholderMapping.4 ColumnMIOPlaceholderMapping.10MIOPlaceholderMapping.Content Placeholder Left MiddleMIOPlaceholderMapping.14MIOPlaceholderMapping;1_NextEra Energy WhiteMIOPlaceholderMapping.L: Content 2/3; R: 3 ImagesMIOPlaceholderMapping.12MIOPlaceholderMapping.PictureMiddleMIOPlaceholderMapping.15MIOPlaceholderMapping-NEE ThemeMIOPlaceholderMapping.4 ColumnMIOPlaceholderMapping.10MIOPlaceholderMapping.Content Placeholder Right MiddleMIOPlaceholderMapping.15MIOPlaceholderMapping;1_NextEra Energy WhiteMIOPlaceholderMapping.L: Content 2/3; R: 3 ImagesMIOPlaceholderMapping.12MIOPlaceholderMapping.PictureBottomMIOPlaceholderMapping.16MIOPlaceholderMapping-NEE ThemeMIOPlaceholderMapping.4 ColumnMIOPlaceholderMapping.10MIOPlaceholderMapping.Content Placeholder RightMIOPlaceholderMapping.16MIOPlaceholderMapping;1_NextEra Energy WhiteMIOPlaceholderMapping.3 Content AMIOPlaceholderMapping.13MIOPlaceholderMapping-NEE ThemeMIOPlaceholderMapping.4 ColumnMIOPlaceholderMapping.10MIOPlaceholderMapping;1_NextEra Energy WhiteMIOPlaceholderMapping.4 Content AMIOPlaceholderMapping.15MIOPlaceholderMapping-NEE ThemeMIOPlaceholderMapping.4 ColumnMIOPlaceholderMapping.10MIOPlaceholderMapping;1_NextEra Energy WhiteMIOPlaceholderMapping.4 Content AMIOPlaceholderMapping.15MIOPlaceholderMapping.TitleMIOPlaceholderMapping.0MIOPlaceholderMapping-NEE ThemeMIOPlaceholderMapping.4 ColumnMIOPlaceholderMapping.10MIOPlaceholderMapping.Title 1MIOPlaceholderMapping.0MIOPlaceholderMapping;1_NextEra Energy WhiteMIOPlaceholderMapping.4 Content AMIOPlaceholderMapping.15MIOPlaceholderMapping.BodyRightTopMIOPlaceholderMapping.19MIOPlaceholderMapping-NEE ThemeMIOPlaceholderMapping.4 ColumnMIOPlaceholderMapping.10MIOPlaceholderMapping.Content Placeholder LeftMIOPlaceholderMapping.13MIOPlaceholderMapping;1_NextEra Energy WhiteMIOPlaceholderMapping.4 Content AMIOPlaceholderMapping.15MIOPlaceholderMapping.BodyRightTopMIOPlaceholderMapping.22MIOPlaceholderMapping-NEE ThemeMIOPlaceholderMapping.4 ColumnMIOPlaceholderMapping.10MIOPlaceholderMapping.Content Placeholder Left MiddleMIOPlaceholderMapping.14MIOPlaceholderMapping;1_NextEra Energy WhiteMIOPlaceholderMapping.4 Content AMIOPlaceholderMapping.15MIOPlaceholderMapping.BodyLeftBottomMIOPlaceholderMapping.21MIOPlaceholderMapping-NEE ThemeMIOPlaceholderMapping.4 ColumnMIOPlaceholderMapping.10MIOPlaceholderMapping.Content Placeholder Right MiddleMIOPlaceholderMapping.15MIOPlaceholderMapping;1_NextEra Energy WhiteMIOPlaceholderMapping.4 Content AMIOPlaceholderMapping.15MIOPlaceholderMapping.BodyRightBottomMIOPlaceholderMapping.23MIOPlaceholderMapping-NEE ThemeMIOPlaceholderMapping.4 ColumnMIOPlaceholderMapping.10MIOPlaceholderMapping.Content Placeholder RightMIOPlaceholderMapping.16MIOPlaceholderMapping;1_NextEra Energy WhiteMIOPlaceholderMapping.4 Content BMIOPlaceholderMapping.16MIOPlaceholderMapping-NEE ThemeMIOPlaceholderMapping.4 ColumnMIOPlaceholderMapping.10MIOPlaceholderMapping;1_NextEra Energy WhiteMIOPlaceholderMapping.4 Content BMIOPlaceholderMapping.16MIOPlaceholderMapping.TitleMIOPlaceholderMapping.0MIOPlaceholderMapping-NEE ThemeMIOPlaceholderMapping.4 ColumnMIOPlaceholderMapping.10MIOPlaceholderMapping.Title 1MIOPlaceholderMapping.0MIOPlaceholderMapping;1_NextEra Energy WhiteMIOPlaceholderMapping.4 Content BMIOPlaceholderMapping.16MIOPlaceholderMapping.BodyLeftTopMIOPlaceholderMapping.25MIOPlaceholderMapping-NEE ThemeMIOPlaceholderMapping.4 ColumnMIOPlaceholderMapping.10MIOPlaceholderMapping.Content Placeholder LeftMIOPlaceholderMapping.13MIOPlaceholderMapping;1_NextEra Energy WhiteMIOPlaceholderMapping.4 Content BMIOPlaceholderMapping.16MIOPlaceholderMapping.BodyMiddleTopMIOPlaceholderMapping.26MIOPlaceholderMapping-NEE ThemeMIOPlaceholderMapping.4 ColumnMIOPlaceholderMapping.10MIOPlaceholderMapping.Content Placeholder Left MiddleMIOPlaceholderMapping.14MIOPlaceholderMapping;1_NextEra Energy WhiteMIOPlaceholderMapping.4 Content BMIOPlaceholderMapping.16MIOPlaceholderMapping.BodyRightTopMIOPlaceholderMapping.27MIOPlaceholderMapping-NEE ThemeMIOPlaceholderMapping.4 ColumnMIOPlaceholderMapping.10MIOPlaceholderMapping.Content Placeholder Right MiddleMIOPlaceholderMapping.15MIOPlaceholderMapping;1_NextEra Energy WhiteMIOPlaceholderMapping.4 Content BMIOPlaceholderMapping.16MIOPlaceholderMapping.BodyLeftBottomMIOPlaceholderMapping.28MIOPlaceholderMapping-NEE ThemeMIOPlaceholderMapping.4 ColumnMIOPlaceholderMapping.10MIOPlaceholderMapping.Content Placeholder RightMIOPlaceholderMapping.16MIOPlaceholderMapping;3_NextEra Energy WhiteMIOPlaceholderMapping.Quartly LayoutMIOPlaceholderMapping.6MIOPlaceholderMapping-NEE ThemeMIOPlaceholderMapping.4 ColumnMIOPlaceholderMapping.10MIOPlaceholderMapping;3_NextEra Energy WhiteMIOPlaceholderMapping.Quartly LayoutMIOPlaceholderMapping.6MIOPlaceholderMapping.TitleMIOPlaceholderMapping.0MIOPlaceholderMapping-NEE ThemeMIOPlaceholderMapping.4 ColumnMIOPlaceholderMapping.10MIOPlaceholderMapping.Title 1MIOPlaceholderMapping.0MIOPlaceholderMapping;3_NextEra Energy WhiteMIOPlaceholderMapping.Quartly LayoutMIOPlaceholderMapping.6MIOPlaceholderMapping.BodyRighTopMIOPlaceholderMapping.20MIOPlaceholderMapping-NEE ThemeMIOPlaceholderMapping.4 ColumnMIOPlaceholderMapping.10MIOPlaceholderMapping.Content Placeholder LeftMIOPlaceholderMapping.13MIOPlaceholderMapping;3_NextEra Energy WhiteMIOPlaceholderMapping.Quartly LayoutMIOPlaceholderMapping.6MIOPlaceholderMapping.BodyRighTopMIOPlaceholderMapping.21MIOPlaceholderMapping-NEE ThemeMIOPlaceholderMapping.4 ColumnMIOPlaceholderMapping.10MIOPlaceholderMapping.Content Placeholder Left MiddleMIOPlaceholderMapping.14MIOPlaceholderMapping;3_NextEra Energy WhiteMIOPlaceholderMapping.Quartly LayoutMIOPlaceholderMapping.6MIOPlaceholderMapping.BodyRighTopMIOPlaceholderMapping.22MIOPlaceholderMapping-NEE ThemeMIOPlaceholderMapping.4 ColumnMIOPlaceholderMapping.10MIOPlaceholderMapping.Content Placeholder Right MiddleMIOPlaceholderMapping.15MIOPlaceholderMapping;3_NextEra Energy WhiteMIOPlaceholderMapping.Quartly LayoutMIOPlaceholderMapping.6MIOPlaceholderMapping.BodyRighTopMIOPlaceholderMapping.23MIOPlaceholderMapping-NEE ThemeMIOPlaceholderMapping.4 ColumnMIOPlaceholderMapping.10MIOPlaceholderMapping.Content Placeholder RightMIOPlaceholderMapping.16MIOPlaceholderMapping;3_NextEra Energy WhiteMIOPlaceholderMapping.L: Content 2/3; R: 3 ImagesMIOPlaceholderMapping.12MIOPlaceholderMapping-NEE ThemeMIOPlaceholderMapping.4 ColumnMIOPlaceholderMapping.10MIOPlaceholderMapping;3_NextEra Energy WhiteMIOPlaceholderMapping.L: Content 2/3; R: 3 ImagesMIOPlaceholderMapping.12MIOPlaceholderMapping.TitleMIOPlaceholderMapping.0MIOPlaceholderMapping-NEE ThemeMIOPlaceholderMapping.4 ColumnMIOPlaceholderMapping.10MIOPlaceholderMapping.Title 1MIOPlaceholderMapping.0MIOPlaceholderMapping;3_NextEra Energy WhiteMIOPlaceholderMapping.L: Content 2/3; R: 3 ImagesMIOPlaceholderMapping.12MIOPlaceholderMapping.BodyLeftMIOPlaceholderMapping.18MIOPlaceholderMapping-NEE ThemeMIOPlaceholderMapping.4 ColumnMIOPlaceholderMapping.10MIOPlaceholderMapping.Content Placeholder LeftMIOPlaceholderMapping.13MIOPlaceholderMapping;3_NextEra Energy WhiteMIOPlaceholderMapping.L: Content 2/3; R: 3 ImagesMIOPlaceholderMapping.12MIOPlaceholderMapping.PictureTopMIOPlaceholderMapping.14MIOPlaceholderMapping-NEE ThemeMIOPlaceholderMapping.4 ColumnMIOPlaceholderMapping.10MIOPlaceholderMapping.Content Placeholder Left MiddleMIOPlaceholderMapping.14MIOPlaceholderMapping;3_NextEra Energy WhiteMIOPlaceholderMapping.L: Content 2/3; R: 3 ImagesMIOPlaceholderMapping.12MIOPlaceholderMapping.PictureMiddleMIOPlaceholderMapping.15MIOPlaceholderMapping-NEE ThemeMIOPlaceholderMapping.4 ColumnMIOPlaceholderMapping.10MIOPlaceholderMapping.Content Placeholder Right MiddleMIOPlaceholderMapping.15MIOPlaceholderMapping;3_NextEra Energy WhiteMIOPlaceholderMapping.L: Content 2/3; R: 3 ImagesMIOPlaceholderMapping.12MIOPlaceholderMapping.PictureBottomMIOPlaceholderMapping.16MIOPlaceholderMapping-NEE ThemeMIOPlaceholderMapping.4 ColumnMIOPlaceholderMapping.10MIOPlaceholderMapping.Content Placeholder RightMIOPlaceholderMapping.16MIOPlaceholderMapping;3_NextEra Energy WhiteMIOPlaceholderMapping.4 Content AMIOPlaceholderMapping.15MIOPlaceholderMapping-NEE ThemeMIOPlaceholderMapping.4 ColumnMIOPlaceholderMapping.10MIOPlaceholderMapping;3_NextEra Energy WhiteMIOPlaceholderMapping.4 Content AMIOPlaceholderMapping.15MIOPlaceholderMapping.TitleMIOPlaceholderMapping.0MIOPlaceholderMapping-NEE ThemeMIOPlaceholderMapping.4 ColumnMIOPlaceholderMapping.10MIOPlaceholderMapping.Title 1MIOPlaceholderMapping.0MIOPlaceholderMapping;3_NextEra Energy WhiteMIOPlaceholderMapping.4 Content AMIOPlaceholderMapping.15MIOPlaceholderMapping.BodyRightTopMIOPlaceholderMapping.19MIOPlaceholderMapping-NEE ThemeMIOPlaceholderMapping.4 ColumnMIOPlaceholderMapping.10MIOPlaceholderMapping.Content Placeholder LeftMIOPlaceholderMapping.13MIOPlaceholderMapping;3_NextEra Energy WhiteMIOPlaceholderMapping.4 Content AMIOPlaceholderMapping.15MIOPlaceholderMapping.BodyRightTopMIOPlaceholderMapping.22MIOPlaceholderMapping-NEE ThemeMIOPlaceholderMapping.4 ColumnMIOPlaceholderMapping.10MIOPlaceholderMapping.Content Placeholder Left MiddleMIOPlaceholderMapping.14MIOPlaceholderMapping;3_NextEra Energy WhiteMIOPlaceholderMapping.4 Content AMIOPlaceholderMapping.15MIOPlaceholderMapping.BodyLeftBottomMIOPlaceholderMapping.21MIOPlaceholderMapping-NEE ThemeMIOPlaceholderMapping.4 ColumnMIOPlaceholderMapping.10MIOPlaceholderMapping.Content Placeholder Right MiddleMIOPlaceholderMapping.15MIOPlaceholderMapping;3_NextEra Energy WhiteMIOPlaceholderMapping.4 Content AMIOPlaceholderMapping.15MIOPlaceholderMapping.BodyRightBottomMIOPlaceholderMapping.23MIOPlaceholderMapping-NEE ThemeMIOPlaceholderMapping.4 ColumnMIOPlaceholderMapping.10MIOPlaceholderMapping.Content Placeholder RightMIOPlaceholderMapping.16MIOPlaceholderMapping;3_NextEra Energy WhiteMIOPlaceholderMapping.4 Content BMIOPlaceholderMapping.16MIOPlaceholderMapping-NEE ThemeMIOPlaceholderMapping.4 ColumnMIOPlaceholderMapping.10MIOPlaceholderMapping;3_NextEra Energy WhiteMIOPlaceholderMapping.4 Content BMIOPlaceholderMapping.16MIOPlaceholderMapping.TitleMIOPlaceholderMapping.0MIOPlaceholderMapping-NEE ThemeMIOPlaceholderMapping.4 ColumnMIOPlaceholderMapping.10MIOPlaceholderMapping.Title 1MIOPlaceholderMapping.0MIOPlaceholderMapping;3_NextEra Energy WhiteMIOPlaceholderMapping.4 Content BMIOPlaceholderMapping.16MIOPlaceholderMapping.BodyLeftTopMIOPlaceholderMapping.25MIOPlaceholderMapping-NEE ThemeMIOPlaceholderMapping.4 ColumnMIOPlaceholderMapping.10MIOPlaceholderMapping.Content Placeholder LeftMIOPlaceholderMapping.13MIOPlaceholderMapping;3_NextEra Energy WhiteMIOPlaceholderMapping.4 Content BMIOPlaceholderMapping.16MIOPlaceholderMapping.BodyMiddleTopMIOPlaceholderMapping.26MIOPlaceholderMapping-NEE ThemeMIOPlaceholderMapping.4 ColumnMIOPlaceholderMapping.10MIOPlaceholderMapping.Content Placeholder Left MiddleMIOPlaceholderMapping.14MIOPlaceholderMapping;3_NextEra Energy WhiteMIOPlaceholderMapping.4 Content BMIOPlaceholderMapping.16MIOPlaceholderMapping.BodyRightTopMIOPlaceholderMapping.27MIOPlaceholderMapping-NEE ThemeMIOPlaceholderMapping.4 ColumnMIOPlaceholderMapping.10MIOPlaceholderMapping.Content Placeholder Right MiddleMIOPlaceholderMapping.15MIOPlaceholderMapping;3_NextEra Energy WhiteMIOPlaceholderMapping.4 Content BMIOPlaceholderMapping.16MIOPlaceholderMapping.BodyLeftBottomMIOPlaceholderMapping.28MIOPlaceholderMapping-NEE ThemeMIOPlaceholderMapping.4 ColumnMIOPlaceholderMapping.10MIOPlaceholderMapping.Content Placeholder RightMIOPlaceholderMapping.16MIOPlaceholderMapping;2_NextEra Energy WhiteMIOPlaceholderMapping.Quartly LayoutMIOPlaceholderMapping.6MIOPlaceholderMapping-NEE ThemeMIOPlaceholderMapping.4 ColumnMIOPlaceholderMapping.10MIOPlaceholderMapping;2_NextEra Energy WhiteMIOPlaceholderMapping.Quartly LayoutMIOPlaceholderMapping.6MIOPlaceholderMapping.TitleMIOPlaceholderMapping.0MIOPlaceholderMapping-NEE ThemeMIOPlaceholderMapping.4 ColumnMIOPlaceholderMapping.10MIOPlaceholderMapping.Title 1MIOPlaceholderMapping.0MIOPlaceholderMapping;2_NextEra Energy WhiteMIOPlaceholderMapping.Quartly LayoutMIOPlaceholderMapping.6MIOPlaceholderMapping.BodyRighTopMIOPlaceholderMapping.20MIOPlaceholderMapping-NEE ThemeMIOPlaceholderMapping.4 ColumnMIOPlaceholderMapping.10MIOPlaceholderMapping.Content Placeholder LeftMIOPlaceholderMapping.13MIOPlaceholderMapping;2_NextEra Energy WhiteMIOPlaceholderMapping.Quartly LayoutMIOPlaceholderMapping.6MIOPlaceholderMapping.BodyRighTopMIOPlaceholderMapping.21MIOPlaceholderMapping-NEE ThemeMIOPlaceholderMapping.4 ColumnMIOPlaceholderMapping.10MIOPlaceholderMapping.Content Placeholder Left MiddleMIOPlaceholderMapping.14MIOPlaceholderMapping;2_NextEra Energy WhiteMIOPlaceholderMapping.Quartly LayoutMIOPlaceholderMapping.6MIOPlaceholderMapping.BodyRighTopMIOPlaceholderMapping.22MIOPlaceholderMapping-NEE ThemeMIOPlaceholderMapping.4 ColumnMIOPlaceholderMapping.10MIOPlaceholderMapping.Content Placeholder Right MiddleMIOPlaceholderMapping.15MIOPlaceholderMapping;2_NextEra Energy WhiteMIOPlaceholderMapping.Quartly LayoutMIOPlaceholderMapping.6MIOPlaceholderMapping.BodyRighTopMIOPlaceholderMapping.23MIOPlaceholderMapping-NEE ThemeMIOPlaceholderMapping.4 ColumnMIOPlaceholderMapping.10MIOPlaceholderMapping.Content Placeholder RightMIOPlaceholderMapping.16MIOPlaceholderMapping;2_NextEra Energy WhiteMIOPlaceholderMapping.L: Content 2/3; R: 3 ImagesMIOPlaceholderMapping.12MIOPlaceholderMapping-NEE ThemeMIOPlaceholderMapping.4 ColumnMIOPlaceholderMapping.10MIOPlaceholderMapping;2_NextEra Energy WhiteMIOPlaceholderMapping.L: Content 2/3; R: 3 ImagesMIOPlaceholderMapping.12MIOPlaceholderMapping.TitleMIOPlaceholderMapping.0MIOPlaceholderMapping-NEE ThemeMIOPlaceholderMapping.4 ColumnMIOPlaceholderMapping.10MIOPlaceholderMapping.Title 1MIOPlaceholderMapping.0MIOPlaceholderMapping;2_NextEra Energy WhiteMIOPlaceholderMapping.L: Content 2/3; R: 3 ImagesMIOPlaceholderMapping.12MIOPlaceholderMapping.BodyLeftMIOPlaceholderMapping.18MIOPlaceholderMapping-NEE ThemeMIOPlaceholderMapping.4 ColumnMIOPlaceholderMapping.10MIOPlaceholderMapping.Content Placeholder LeftMIOPlaceholderMapping.13MIOPlaceholderMapping;2_NextEra Energy WhiteMIOPlaceholderMapping.L: Content 2/3; R: 3 ImagesMIOPlaceholderMapping.12MIOPlaceholderMapping.PictureTopMIOPlaceholderMapping.14MIOPlaceholderMapping-NEE ThemeMIOPlaceholderMapping.4 ColumnMIOPlaceholderMapping.10MIOPlaceholderMapping.Content Placeholder Left MiddleMIOPlaceholderMapping.14MIOPlaceholderMapping;2_NextEra Energy WhiteMIOPlaceholderMapping.L: Content 2/3; R: 3 ImagesMIOPlaceholderMapping.12MIOPlaceholderMapping.PictureMiddleMIOPlaceholderMapping.15MIOPlaceholderMapping-NEE ThemeMIOPlaceholderMapping.4 ColumnMIOPlaceholderMapping.10MIOPlaceholderMapping.Content Placeholder Right MiddleMIOPlaceholderMapping.15MIOPlaceholderMapping;2_NextEra Energy WhiteMIOPlaceholderMapping.L: Content 2/3; R: 3 ImagesMIOPlaceholderMapping.12MIOPlaceholderMapping.PictureBottomMIOPlaceholderMapping.16MIOPlaceholderMapping-NEE ThemeMIOPlaceholderMapping.4 ColumnMIOPlaceholderMapping.10MIOPlaceholderMapping.Content Placeholder RightMIOPlaceholderMapping.16MIOPlaceholderMapping;2_NextEra Energy WhiteMIOPlaceholderMapping.4 Content AMIOPlaceholderMapping.15MIOPlaceholderMapping.TitleMIOPlaceholderMapping.0MIOPlaceholderMapping-NEE ThemeMIOPlaceholderMapping.4 ColumnMIOPlaceholderMapping.10MIOPlaceholderMapping.Title 1MIOPlaceholderMapping.0MIOPlaceholderMapping;2_NextEra Energy WhiteMIOPlaceholderMapping.4 Content AMIOPlaceholderMapping.15MIOPlaceholderMapping.BodyRightTopMIOPlaceholderMapping.19MIOPlaceholderMapping-NEE ThemeMIOPlaceholderMapping.4 ColumnMIOPlaceholderMapping.10MIOPlaceholderMapping.Content Placeholder LeftMIOPlaceholderMapping.13MIOPlaceholderMapping;2_NextEra Energy WhiteMIOPlaceholderMapping.4 Content AMIOPlaceholderMapping.15MIOPlaceholderMapping.BodyRightTopMIOPlaceholderMapping.22MIOPlaceholderMapping-NEE ThemeMIOPlaceholderMapping.4 ColumnMIOPlaceholderMapping.10MIOPlaceholderMapping.Content Placeholder Left MiddleMIOPlaceholderMapping.14MIOPlaceholderMapping;2_NextEra Energy WhiteMIOPlaceholderMapping.4 Content AMIOPlaceholderMapping.15MIOPlaceholderMapping.BodyLeftBottomMIOPlaceholderMapping.21MIOPlaceholderMapping-NEE ThemeMIOPlaceholderMapping.4 ColumnMIOPlaceholderMapping.10MIOPlaceholderMapping.Content Placeholder Right MiddleMIOPlaceholderMapping.15MIOPlaceholderMapping;2_NextEra Energy WhiteMIOPlaceholderMapping.4 Content AMIOPlaceholderMapping.15MIOPlaceholderMapping.BodyRightBottomMIOPlaceholderMapping.23MIOPlaceholderMapping-NEE ThemeMIOPlaceholderMapping.4 ColumnMIOPlaceholderMapping.10MIOPlaceholderMapping.Content Placeholder RightMIOPlaceholderMapping.16MIOPlaceholderMapping;2_NextEra Energy WhiteMIOPlaceholderMapping.4 Content BMIOPlaceholderMapping.16MIOPlaceholderMapping-NEE ThemeMIOPlaceholderMapping.4 ColumnMIOPlaceholderMapping.10MIOPlaceholderMapping;2_NextEra Energy WhiteMIOPlaceholderMapping.4 Content BMIOPlaceholderMapping.16MIOPlaceholderMapping.TitleMIOPlaceholderMapping.0MIOPlaceholderMapping-NEE ThemeMIOPlaceholderMapping.4 ColumnMIOPlaceholderMapping.10MIOPlaceholderMapping.Title 1MIOPlaceholderMapping.0MIOPlaceholderMapping;2_NextEra Energy WhiteMIOPlaceholderMapping.4 Content BMIOPlaceholderMapping.16MIOPlaceholderMapping.BodyLeftTopMIOPlaceholderMapping.25MIOPlaceholderMapping-NEE ThemeMIOPlaceholderMapping.4 ColumnMIOPlaceholderMapping.10MIOPlaceholderMapping.Content Placeholder LeftMIOPlaceholderMapping.13MIOPlaceholderMapping;2_NextEra Energy WhiteMIOPlaceholderMapping.4 Content BMIOPlaceholderMapping.16MIOPlaceholderMapping.BodyMiddleTopMIOPlaceholderMapping.26MIOPlaceholderMapping-NEE ThemeMIOPlaceholderMapping.4 ColumnMIOPlaceholderMapping.10MIOPlaceholderMapping.Content Placeholder Left MiddleMIOPlaceholderMapping.14MIOPlaceholderMapping;2_NextEra Energy WhiteMIOPlaceholderMapping.4 Content BMIOPlaceholderMapping.16MIOPlaceholderMapping.BodyRightTopMIOPlaceholderMapping.27MIOPlaceholderMapping-NEE ThemeMIOPlaceholderMapping.4 ColumnMIOPlaceholderMapping.10MIOPlaceholderMapping.Content Placeholder Right MiddleMIOPlaceholderMapping.15MIOPlaceholderMapping;2_NextEra Energy WhiteMIOPlaceholderMapping.4 Content BMIOPlaceholderMapping.16MIOPlaceholderMapping.BodyLeftBottomMIOPlaceholderMapping.28MIOPlaceholderMapping-NEE ThemeMIOPlaceholderMapping.4 ColumnMIOPlaceholderMapping.10MIOPlaceholderMapping.Content Placeholder RightMIOPlaceholderMapping.16MIOPlaceholderMapping;FPL 16x9MIOPlaceholderMapping.T: 2 Objects; B: 2 TextMIOPlaceholderMapping.13MIOPlaceholderMapping-NEE ThemeMIOPlaceholderMapping.4 ColumnMIOPlaceholderMapping.10MIOPlaceholderMapping;FPL 16x9MIOPlaceholderMapping.T: 2 Objects; B: 2 TextMIOPlaceholderMapping.13MIOPlaceholderMapping.Title 1MIOPlaceholderMapping.0MIOPlaceholderMapping-NEE ThemeMIOPlaceholderMapping.4 ColumnMIOPlaceholderMapping.10MIOPlaceholderMapping.Title 1MIOPlaceholderMapping.0MIOPlaceholderMapping;FPL 16x9MIOPlaceholderMapping.T: 2 Objects; B: 2 TextMIOPlaceholderMapping.13MIOPlaceholderMapping.Content Placeholder 6MIOPlaceholderMapping.17MIOPlaceholderMapping-NEE ThemeMIOPlaceholderMapping.4 ColumnMIOPlaceholderMapping.10MIOPlaceholderMapping.Content Placeholder LeftMIOPlaceholderMapping.13MIOPlaceholderMapping;FPL 16x9MIOPlaceholderMapping.T: 2 Objects; B: 2 TextMIOPlaceholderMapping.13MIOPlaceholderMapping.Content Placeholder 6MIOPlaceholderMapping.14MIOPlaceholderMapping-NEE ThemeMIOPlaceholderMapping.4 ColumnMIOPlaceholderMapping.10MIOPlaceholderMapping.Content Placeholder Left MiddleMIOPlaceholderMapping.14MIOPlaceholderMapping;FPL 16x9MIOPlaceholderMapping.T: 2 Objects; B: 2 TextMIOPlaceholderMapping.13MIOPlaceholderMapping.Text Placeholder 3MIOPlaceholderMapping.18MIOPlaceholderMapping-NEE ThemeMIOPlaceholderMapping.4 ColumnMIOPlaceholderMapping.10MIOPlaceholderMapping.Content Placeholder Right MiddleMIOPlaceholderMapping.15MIOPlaceholderMapping;FPL 16x9MIOPlaceholderMapping.T: 2 Objects; B: 2 TextMIOPlaceholderMapping.13MIOPlaceholderMapping.Text Placeholder 3MIOPlaceholderMapping.19MIOPlaceholderMapping-NEE ThemeMIOPlaceholderMapping.4 ColumnMIOPlaceholderMapping.10MIOPlaceholderMapping.Content Placeholder RightMIOPlaceholderMapping.16MIOPlaceholderMapping;FPL 16x9MIOPlaceholderMapping.T: 2 Objects; B: 2 TextMIOPlaceholderMapping.13MIOPlaceholderMapping.Text Placeholder 10MIOPlaceholderMapping.13MIOPlaceholderMapping-NEE ThemeMIOPlaceholderMapping.4 ColumnMIOPlaceholderMapping.10MIOPlaceholderMapping.Source PlaceholderMIOPlaceholderMapping.17MIOPlaceholderMapping;FPL 16x9MIOPlaceholderMapping.4 ObjectsMIOPlaceholderMapping.14MIOPlaceholderMapping-NEE ThemeMIOPlaceholderMapping.4 ColumnMIOPlaceholderMapping.10MIOPlaceholderMapping;FPL 16x9MIOPlaceholderMapping.4 ObjectsMIOPlaceholderMapping.14MIOPlaceholderMapping.Title 1MIOPlaceholderMapping.0MIOPlaceholderMapping-NEE ThemeMIOPlaceholderMapping.4 ColumnMIOPlaceholderMapping.10MIOPlaceholderMapping.Title 1MIOPlaceholderMapping.0MIOPlaceholderMapping;FPL 16x9MIOPlaceholderMapping.4 ObjectsMIOPlaceholderMapping.14MIOPlaceholderMapping.Content Placeholder 6MIOPlaceholderMapping.17MIOPlaceholderMapping-NEE ThemeMIOPlaceholderMapping.4 ColumnMIOPlaceholderMapping.10MIOPlaceholderMapping.Content Placeholder LeftMIOPlaceholderMapping.13MIOPlaceholderMapping;FPL 16x9MIOPlaceholderMapping.4 ObjectsMIOPlaceholderMapping.14MIOPlaceholderMapping.Content Placeholder 6MIOPlaceholderMapping.14MIOPlaceholderMapping-NEE ThemeMIOPlaceholderMapping.4 ColumnMIOPlaceholderMapping.10MIOPlaceholderMapping.Content Placeholder Left MiddleMIOPlaceholderMapping.14MIOPlaceholderMapping;FPL 16x9MIOPlaceholderMapping.4 ObjectsMIOPlaceholderMapping.14MIOPlaceholderMapping.Content Placeholder 6MIOPlaceholderMapping.19MIOPlaceholderMapping-NEE ThemeMIOPlaceholderMapping.4 ColumnMIOPlaceholderMapping.10MIOPlaceholderMapping.Content Placeholder Right MiddleMIOPlaceholderMapping.15MIOPlaceholderMapping;FPL 16x9MIOPlaceholderMapping.4 ObjectsMIOPlaceholderMapping.14MIOPlaceholderMapping.Content Placeholder 6MIOPlaceholderMapping.18MIOPlaceholderMapping-NEE ThemeMIOPlaceholderMapping.4 ColumnMIOPlaceholderMapping.10MIOPlaceholderMapping.Content Placeholder RightMIOPlaceholderMapping.16MIOPlaceholderMapping;FPL 16x9MIOPlaceholderMapping.4 ObjectsMIOPlaceholderMapping.14MIOPlaceholderMapping.Text Placeholder 10MIOPlaceholderMapping.13MIOPlaceholderMapping-NEE ThemeMIOPlaceholderMapping.4 ColumnMIOPlaceholderMapping.10MIOPlaceholderMapping.Source PlaceholderMIOPlaceholderMapping.1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7_neep_v2_2 logosMIOPlaceholderMapping.Title and 4 ContentMIOPlaceholderMapping.14MIOPlaceholderMapping-NEE ThemeMIOPlaceholderMapping.4 Column w/ Title and TakeawayMIOPlaceholderMapping.11MIOPlaceholderMapping;7_neep_v2_2 logosMIOPlaceholderMapping.Title and 4 ContentMIOPlaceholderMapping.14MIOPlaceholderMapping.Title 1MIOPlaceholderMapping.0MIOPlaceholderMapping-NEE ThemeMIOPlaceholderMapping.4 Column w/ Title and TakeawayMIOPlaceholderMapping.11MIOPlaceholderMapping.Title 1MIOPlaceholderMapping.0MIOPlaceholderMapping;7_neep_v2_2 logosMIOPlaceholderMapping.Title and 4 ContentMIOPlaceholderMapping.14MIOPlaceholderMapping.Content Placeholder 2MIOPlaceholderMapping.1MIOPlaceholderMapping-NEE ThemeMIOPlaceholderMapping.4 Column w/ Title and TakeawayMIOPlaceholderMapping.11MIOPlaceholderMapping.Content Placeholder LeftMIOPlaceholderMapping.13MIOPlaceholderMapping;7_neep_v2_2 logosMIOPlaceholderMapping.Title and 4 ContentMIOPlaceholderMapping.14MIOPlaceholderMapping.Content Placeholder 3MIOPlaceholderMapping.2MIOPlaceholderMapping-NEE ThemeMIOPlaceholderMapping.4 Column w/ Title and TakeawayMIOPlaceholderMapping.11MIOPlaceholderMapping.Content Placeholder Left MiddleMIOPlaceholderMapping.14MIOPlaceholderMapping;7_neep_v2_2 logosMIOPlaceholderMapping.Title and 4 ContentMIOPlaceholderMapping.14MIOPlaceholderMapping.Content Placeholder 4MIOPlaceholderMapping.3MIOPlaceholderMapping-NEE ThemeMIOPlaceholderMapping.4 Column w/ Title and TakeawayMIOPlaceholderMapping.11MIOPlaceholderMapping.Content Placeholder Right MiddleMIOPlaceholderMapping.15MIOPlaceholderMapping;7_neep_v2_2 logosMIOPlaceholderMapping.Title and 4 ContentMIOPlaceholderMapping.14MIOPlaceholderMapping.Content Placeholder 5MIOPlaceholderMapping.4MIOPlaceholderMapping-NEE ThemeMIOPlaceholderMapping.4 Column w/ Title and TakeawayMIOPlaceholderMapping.11MIOPlaceholderMapping.Content Placeholder RightMIOPlaceholderMapping.16MIOPlaceholderMapping;empower_Internal_4x3MIOPlaceholderMapping.4 Text or ObjectsMIOPlaceholderMapping.16MIOPlaceholderMapping.BodyLowerRightMIOPlaceholderMapping.23MIOPlaceholderMapping-NEE ThemeMIOPlaceholderMapping.4 Column w/ Title and TakeawayMIOPlaceholderMapping.11MIOPlaceholderMapping.Title 1MIOPlaceholderMapping.0MIOPlaceholderMapping;empower_Internal_4x3MIOPlaceholderMapping.4 Text or Objects; BoxMIOPlaceholderMapping.17MIOPlaceholderMapping.HeaderMIOPlaceholderMapping.10MIOPlaceholderMapping-NEE ThemeMIOPlaceholderMapping.4 Column w/ Title and TakeawayMIOPlaceholderMapping.11MIOPlaceholderMapping.Subtitle PlaceholderMIOPlaceholderMapping.20MIOPlaceholderMapping;empower_Internal_4x3MIOPlaceholderMapping.4 Text or Objects; BoxMIOPlaceholderMapping.17MIOPlaceholderMapping.BodyMIOPlaceholderMapping.20MIOPlaceholderMapping-NEE ThemeMIOPlaceholderMapping.4 Column w/ Title and TakeawayMIOPlaceholderMapping.11MIOPlaceholderMapping.Content Placeholder LeftMIOPlaceholderMapping.13MIOPlaceholderMapping;empower_Internal_4x3MIOPlaceholderMapping.4 Text or Objects; BoxMIOPlaceholderMapping.17MIOPlaceholderMapping.BodyUpperRightMIOPlaceholderMapping.21MIOPlaceholderMapping-NEE ThemeMIOPlaceholderMapping.4 Column w/ Title and TakeawayMIOPlaceholderMapping.11MIOPlaceholderMapping.Content Placeholder Right MiddleMIOPlaceholderMapping.15MIOPlaceholderMapping;empower_Internal_4x3MIOPlaceholderMapping.4 Text or Objects; BoxMIOPlaceholderMapping.17MIOPlaceholderMapping.BodyLowerLeftMIOPlaceholderMapping.22MIOPlaceholderMapping-NEE ThemeMIOPlaceholderMapping.4 Column w/ Title and TakeawayMIOPlaceholderMapping.11MIOPlaceholderMapping.Content Placeholder Left MiddleMIOPlaceholderMapping.14MIOPlaceholderMapping;empower_Internal_4x3MIOPlaceholderMapping.4 Text or Objects; BoxMIOPlaceholderMapping.17MIOPlaceholderMapping.BodyLowerRightMIOPlaceholderMapping.23MIOPlaceholderMapping-NEE ThemeMIOPlaceholderMapping.4 Column w/ Title and TakeawayMIOPlaceholderMapping.11MIOPlaceholderMapping.Content Placeholder RightMIOPlaceholderMapping.16MIOPlaceholderMapping;empower_Internal_4x3MIOPlaceholderMapping.4 Text or Objects; BoxMIOPlaceholderMapping.17MIOPlaceholderMapping.TakeawayMIOPlaceholderMapping.15MIOPlaceholderMapping-NEE ThemeMIOPlaceholderMapping.4 Column w/ Title and TakeawayMIOPlaceholderMapping.11MIOPlaceholderMapping.Takeaway BoxMIOPlaceholderMapping.21MIOPlaceholderMapping;2_empower_Internal_4x3MIOPlaceholderMapping.4 Text or Objects; BoxMIOPlaceholderMapping.17MIOPlaceholderMapping.TitleMIOPlaceholderMapping.0MIOPlaceholderMapping-NEE ThemeMIOPlaceholderMapping.4 Column w/ Title and TakeawayMIOPlaceholderMapping.11MIOPlaceholderMapping.Title 1MIOPlaceholderMapping.0MIOPlaceholderMapping;2_empower_Internal_4x3MIOPlaceholderMapping.4 Text or Objects; BoxMIOPlaceholderMapping.17MIOPlaceholderMapping.HeaderMIOPlaceholderMapping.10MIOPlaceholderMapping-NEE ThemeMIOPlaceholderMapping.4 Column w/ Title and TakeawayMIOPlaceholderMapping.11MIOPlaceholderMapping.Subtitle PlaceholderMIOPlaceholderMapping.20MIOPlaceholderMapping;2_empower_Internal_4x3MIOPlaceholderMapping.4 Text or Objects; BoxMIOPlaceholderMapping.17MIOPlaceholderMapping.BodyMIOPlaceholderMapping.20MIOPlaceholderMapping-NEE ThemeMIOPlaceholderMapping.4 Column w/ Title and TakeawayMIOPlaceholderMapping.11MIOPlaceholderMapping.Content Placeholder LeftMIOPlaceholderMapping.13MIOPlaceholderMapping;2_empower_Internal_4x3MIOPlaceholderMapping.4 Text or Objects; BoxMIOPlaceholderMapping.17MIOPlaceholderMapping.BodyUpperRightMIOPlaceholderMapping.21MIOPlaceholderMapping-NEE ThemeMIOPlaceholderMapping.4 Column w/ Title and TakeawayMIOPlaceholderMapping.11MIOPlaceholderMapping.Content Placeholder Right MiddleMIOPlaceholderMapping.15MIOPlaceholderMapping;2_empower_Internal_4x3MIOPlaceholderMapping.4 Text or Objects; BoxMIOPlaceholderMapping.17MIOPlaceholderMapping.BodyLowerLeftMIOPlaceholderMapping.22MIOPlaceholderMapping-NEE ThemeMIOPlaceholderMapping.4 Column w/ Title and TakeawayMIOPlaceholderMapping.11MIOPlaceholderMapping.Content Placeholder Left MiddleMIOPlaceholderMapping.14MIOPlaceholderMapping;2_empower_Internal_4x3MIOPlaceholderMapping.4 Text or Objects; BoxMIOPlaceholderMapping.17MIOPlaceholderMapping.BodyLowerRightMIOPlaceholderMapping.23MIOPlaceholderMapping-NEE ThemeMIOPlaceholderMapping.4 Column w/ Title and TakeawayMIOPlaceholderMapping.11MIOPlaceholderMapping.Content Placeholder RightMIOPlaceholderMapping.16MIOPlaceholderMapping;2_empower_Internal_4x3MIOPlaceholderMapping.4 Text or Objects; BoxMIOPlaceholderMapping.17MIOPlaceholderMapping.TakeawayMIOPlaceholderMapping.15MIOPlaceholderMapping-NEE ThemeMIOPlaceholderMapping.4 Column w/ Title and TakeawayMIOPlaceholderMapping.11MIOPlaceholderMapping.Takeaway BoxMIOPlaceholderMapping.21MIOPlaceholderMapping;1_empower_Internal_4x3MIOPlaceholderMapping.4 Text or Objects; BoxMIOPlaceholderMapping.17MIOPlaceholderMapping.TitleMIOPlaceholderMapping.0MIOPlaceholderMapping-NEE ThemeMIOPlaceholderMapping.4 Column w/ Title and TakeawayMIOPlaceholderMapping.11MIOPlaceholderMapping.Title 1MIOPlaceholderMapping.0MIOPlaceholderMapping;1_empower_Internal_4x3MIOPlaceholderMapping.4 Text or Objects; BoxMIOPlaceholderMapping.17MIOPlaceholderMapping.HeaderMIOPlaceholderMapping.10MIOPlaceholderMapping-NEE ThemeMIOPlaceholderMapping.4 Column w/ Title and TakeawayMIOPlaceholderMapping.11MIOPlaceholderMapping.Subtitle PlaceholderMIOPlaceholderMapping.20MIOPlaceholderMapping;1_empower_Internal_4x3MIOPlaceholderMapping.4 Text or Objects; BoxMIOPlaceholderMapping.17MIOPlaceholderMapping.BodyMIOPlaceholderMapping.20MIOPlaceholderMapping-NEE ThemeMIOPlaceholderMapping.4 Column w/ Title and TakeawayMIOPlaceholderMapping.11MIOPlaceholderMapping.Content Placeholder LeftMIOPlaceholderMapping.13MIOPlaceholderMapping;1_empower_Internal_4x3MIOPlaceholderMapping.4 Text or Objects; BoxMIOPlaceholderMapping.17MIOPlaceholderMapping.BodyUpperRightMIOPlaceholderMapping.21MIOPlaceholderMapping-NEE ThemeMIOPlaceholderMapping.4 Column w/ Title and TakeawayMIOPlaceholderMapping.11MIOPlaceholderMapping.Content Placeholder Right MiddleMIOPlaceholderMapping.15MIOPlaceholderMapping;1_empower_Internal_4x3MIOPlaceholderMapping.4 Text or Objects; BoxMIOPlaceholderMapping.17MIOPlaceholderMapping.BodyLowerLeftMIOPlaceholderMapping.22MIOPlaceholderMapping-NEE ThemeMIOPlaceholderMapping.4 Column w/ Title and TakeawayMIOPlaceholderMapping.11MIOPlaceholderMapping.Content Placeholder Left MiddleMIOPlaceholderMapping.14MIOPlaceholderMapping;1_empower_Internal_4x3MIOPlaceholderMapping.4 Text or Objects; BoxMIOPlaceholderMapping.17MIOPlaceholderMapping.BodyLowerRightMIOPlaceholderMapping.23MIOPlaceholderMapping-NEE ThemeMIOPlaceholderMapping.4 Column w/ Title and TakeawayMIOPlaceholderMapping.11MIOPlaceholderMapping.Content Placeholder RightMIOPlaceholderMapping.16MIOPlaceholderMapping;1_empower_Internal_4x3MIOPlaceholderMapping.4 Text or Objects; BoxMIOPlaceholderMapping.17MIOPlaceholderMapping.TakeawayMIOPlaceholderMapping.15MIOPlaceholderMapping-NEE ThemeMIOPlaceholderMapping.4 Column w/ Title and TakeawayMIOPlaceholderMapping.11MIOPlaceholderMapping.Takeaway BoxMIOPlaceholderMapping.21MIOPlaceholderMapping;FPL 4x3MIOPlaceholderMapping.L: Text 2/3; R: 3 Objects; BoxMIOPlaceholderMapping.12MIOPlaceholderMapping-NEE ThemeMIOPlaceholderMapping.4 Column w/ Title and TakeawayMIOPlaceholderMapping.11MIOPlaceholderMapping;FPL 4x3MIOPlaceholderMapping.L: Text 2/3; R: 3 Objects; BoxMIOPlaceholderMapping.12MIOPlaceholderMapping.Text Placeholder 4MIOPlaceholderMapping.10MIOPlaceholderMapping-NEE ThemeMIOPlaceholderMapping.4 Column w/ Title and TakeawayMIOPlaceholderMapping.11MIOPlaceholderMapping.Title 1MIOPlaceholderMapping.0MIOPlaceholderMapping;FPL 4x3MIOPlaceholderMapping.L: Text 2/3; R: 3 Objects; BoxMIOPlaceholderMapping.12MIOPlaceholderMapping.Title 1MIOPlaceholderMapping.0MIOPlaceholderMapping-NEE ThemeMIOPlaceholderMapping.4 Column w/ Title and TakeawayMIOPlaceholderMapping.11MIOPlaceholderMapping.Subtitle PlaceholderMIOPlaceholderMapping.20MIOPlaceholderMapping;FPL 4x3MIOPlaceholderMapping.L: Text 2/3; R: 3 Objects; BoxMIOPlaceholderMapping.12MIOPlaceholderMapping.Text Placeholder 6MIOPlaceholderMapping.17MIOPlaceholderMapping-NEE ThemeMIOPlaceholderMapping.4 Column w/ Title and TakeawayMIOPlaceholderMapping.11MIOPlaceholderMapping.Content Placeholder LeftMIOPlaceholderMapping.13MIOPlaceholderMapping;FPL 4x3MIOPlaceholderMapping.L: Text 2/3; R: 3 Objects; BoxMIOPlaceholderMapping.12MIOPlaceholderMapping.Picture Placeholder 5MIOPlaceholderMapping.14MIOPlaceholderMapping-NEE ThemeMIOPlaceholderMapping.4 Column w/ Title and TakeawayMIOPlaceholderMapping.11MIOPlaceholderMapping.Content Placeholder Left MiddleMIOPlaceholderMapping.14MIOPlaceholderMapping;FPL 4x3MIOPlaceholderMapping.L: Text 2/3; R: 3 Objects; BoxMIOPlaceholderMapping.12MIOPlaceholderMapping.Picture Placeholder 5MIOPlaceholderMapping.15MIOPlaceholderMapping-NEE ThemeMIOPlaceholderMapping.4 Column w/ Title and TakeawayMIOPlaceholderMapping.11MIOPlaceholderMapping.Content Placeholder Right MiddleMIOPlaceholderMapping.15MIOPlaceholderMapping;FPL 4x3MIOPlaceholderMapping.L: Text 2/3; R: 3 Objects; BoxMIOPlaceholderMapping.12MIOPlaceholderMapping.Picture Placeholder 5MIOPlaceholderMapping.16MIOPlaceholderMapping-NEE ThemeMIOPlaceholderMapping.4 Column w/ Title and TakeawayMIOPlaceholderMapping.11MIOPlaceholderMapping.Content Placeholder RightMIOPlaceholderMapping.16MIOPlaceholderMapping;FPL 4x3MIOPlaceholderMapping.L: Text 2/3; R: 3 Objects; BoxMIOPlaceholderMapping.12MIOPlaceholderMapping.Text Placeholder 5MIOPlaceholderMapping.12MIOPlaceholderMapping-NEE ThemeMIOPlaceholderMapping.4 Column w/ Title and TakeawayMIOPlaceholderMapping.11MIOPlaceholderMapping.Takeaway BoxMIOPlaceholderMapping.21MIOPlaceholderMapping;FPL 4x3MIOPlaceholderMapping.L: Text 2/3; R: 3 Objects; BoxMIOPlaceholderMapping.12MIOPlaceholderMapping.Text Placeholder 10MIOPlaceholderMapping.13MIOPlaceholderMapping-NEE ThemeMIOPlaceholderMapping.4 Column w/ Title and TakeawayMIOPlaceholderMapping.11MIOPlaceholderMapping.Source PlaceholderMIOPlaceholderMapping.17MIOPlaceholderMapping;FPL 4x3MIOPlaceholderMapping.L: Text 2/3; R: 3 ObjectsMIOPlaceholderMapping.40MIOPlaceholderMapping-NEE ThemeMIOPlaceholderMapping.4 Column w/ Title and TakeawayMIOPlaceholderMapping.11MIOPlaceholderMapping;FPL 4x3MIOPlaceholderMapping.L: Text 2/3; R: 3 ObjectsMIOPlaceholderMapping.40MIOPlaceholderMapping.HeaderMIOPlaceholderMapping.10MIOPlaceholderMapping-NEE ThemeMIOPlaceholderMapping.4 Column w/ Title and TakeawayMIOPlaceholderMapping.11MIOPlaceholderMapping.Title 1MIOPlaceholderMapping.0MIOPlaceholderMapping;FPL 4x3MIOPlaceholderMapping.L: Text 2/3; R: 3 ObjectsMIOPlaceholderMapping.40MIOPlaceholderMapping.TitleMIOPlaceholderMapping.0MIOPlaceholderMapping-NEE ThemeMIOPlaceholderMapping.4 Column w/ Title and TakeawayMIOPlaceholderMapping.11MIOPlaceholderMapping.Subtitle PlaceholderMIOPlaceholderMapping.20MIOPlaceholderMapping;FPL 4x3MIOPlaceholderMapping.L: Text 2/3; R: 3 ObjectsMIOPlaceholderMapping.40MIOPlaceholderMapping.BodyMIOPlaceholderMapping.18MIOPlaceholderMapping-NEE ThemeMIOPlaceholderMapping.4 Column w/ Title and TakeawayMIOPlaceholderMapping.11MIOPlaceholderMapping.Content Placeholder LeftMIOPlaceholderMapping.13MIOPlaceholderMapping;FPL 4x3MIOPlaceholderMapping.L: Text 2/3; R: 3 ObjectsMIOPlaceholderMapping.40MIOPlaceholderMapping.Picture1MIOPlaceholderMapping.14MIOPlaceholderMapping-NEE ThemeMIOPlaceholderMapping.4 Column w/ Title and TakeawayMIOPlaceholderMapping.11MIOPlaceholderMapping.Content Placeholder Left MiddleMIOPlaceholderMapping.14MIOPlaceholderMapping;FPL 4x3MIOPlaceholderMapping.L: Text 2/3; R: 3 ObjectsMIOPlaceholderMapping.40MIOPlaceholderMapping.Picture2MIOPlaceholderMapping.15MIOPlaceholderMapping-NEE ThemeMIOPlaceholderMapping.4 Column w/ Title and TakeawayMIOPlaceholderMapping.11MIOPlaceholderMapping.Content Placeholder Right MiddleMIOPlaceholderMapping.15MIOPlaceholderMapping;FPL 4x3MIOPlaceholderMapping.L: Text 2/3; R: 3 ObjectsMIOPlaceholderMapping.40MIOPlaceholderMapping.Picture3MIOPlaceholderMapping.16MIOPlaceholderMapping-NEE ThemeMIOPlaceholderMapping.4 Column w/ Title and TakeawayMIOPlaceholderMapping.11MIOPlaceholderMapping.Content Placeholder RightMIOPlaceholderMapping.16MIOPlaceholderMapping;FPL 4x3MIOPlaceholderMapping.2_L: Text 2/3; R: 3 Objects; BoxMIOPlaceholderMapping.41MIOPlaceholderMapping-NEE ThemeMIOPlaceholderMapping.4 Column w/ Title and TakeawayMIOPlaceholderMapping.11MIOPlaceholderMapping;FPL 4x3MIOPlaceholderMapping.2_L: Text 2/3; R: 3 Objects; BoxMIOPlaceholderMapping.41MIOPlaceholderMapping.HeaderMIOPlaceholderMapping.10MIOPlaceholderMapping-NEE ThemeMIOPlaceholderMapping.4 Column w/ Title and TakeawayMIOPlaceholderMapping.11MIOPlaceholderMapping.Title 1MIOPlaceholderMapping.0MIOPlaceholderMapping;FPL 4x3MIOPlaceholderMapping.2_L: Text 2/3; R: 3 Objects; BoxMIOPlaceholderMapping.41MIOPlaceholderMapping.TitleMIOPlaceholderMapping.0MIOPlaceholderMapping-NEE ThemeMIOPlaceholderMapping.4 Column w/ Title and TakeawayMIOPlaceholderMapping.11MIOPlaceholderMapping.Subtitle PlaceholderMIOPlaceholderMapping.20MIOPlaceholderMapping;FPL 4x3MIOPlaceholderMapping.2_L: Text 2/3; R: 3 Objects; BoxMIOPlaceholderMapping.41MIOPlaceholderMapping.BodyMIOPlaceholderMapping.18MIOPlaceholderMapping-NEE ThemeMIOPlaceholderMapping.4 Column w/ Title and TakeawayMIOPlaceholderMapping.11MIOPlaceholderMapping.Content Placeholder LeftMIOPlaceholderMapping.13MIOPlaceholderMapping;FPL 4x3MIOPlaceholderMapping.2_L: Text 2/3; R: 3 Objects; BoxMIOPlaceholderMapping.41MIOPlaceholderMapping.Picture1MIOPlaceholderMapping.14MIOPlaceholderMapping-NEE ThemeMIOPlaceholderMapping.4 Column w/ Title and TakeawayMIOPlaceholderMapping.11MIOPlaceholderMapping.Content Placeholder Left MiddleMIOPlaceholderMapping.14MIOPlaceholderMapping;FPL 4x3MIOPlaceholderMapping.2_L: Text 2/3; R: 3 Objects; BoxMIOPlaceholderMapping.41MIOPlaceholderMapping.Picture2MIOPlaceholderMapping.15MIOPlaceholderMapping-NEE ThemeMIOPlaceholderMapping.4 Column w/ Title and TakeawayMIOPlaceholderMapping.11MIOPlaceholderMapping.Content Placeholder Right MiddleMIOPlaceholderMapping.15MIOPlaceholderMapping;FPL 4x3MIOPlaceholderMapping.2_L: Text 2/3; R: 3 Objects; BoxMIOPlaceholderMapping.41MIOPlaceholderMapping.Picture3MIOPlaceholderMapping.16MIOPlaceholderMapping-NEE ThemeMIOPlaceholderMapping.4 Column w/ Title and TakeawayMIOPlaceholderMapping.11MIOPlaceholderMapping.Content Placeholder RightMIOPlaceholderMapping.16MIOPlaceholderMapping;FPL 4x3MIOPlaceholderMapping.2_L: Text 2/3; R: 3 Objects; BoxMIOPlaceholderMapping.41MIOPlaceholderMapping.TakeawayMIOPlaceholderMapping.19MIOPlaceholderMapping-NEE ThemeMIOPlaceholderMapping.4 Column w/ Title and TakeawayMIOPlaceholderMapping.11MIOPlaceholderMapping.Takeaway BoxMIOPlaceholderMapping.21MIOPlaceholderMapping;FPL 4x3MIOPlaceholderMapping.4 Text or Objects; BoxMIOPlaceholderMapping.43MIOPlaceholderMapping-NEE ThemeMIOPlaceholderMapping.4 Column w/ Title and TakeawayMIOPlaceholderMapping.11MIOPlaceholderMapping;FPL 4x3MIOPlaceholderMapping.4 Text or Objects; BoxMIOPlaceholderMapping.43MIOPlaceholderMapping.HeaderMIOPlaceholderMapping.10MIOPlaceholderMapping-NEE ThemeMIOPlaceholderMapping.4 Column w/ Title and TakeawayMIOPlaceholderMapping.11MIOPlaceholderMapping.Title 1MIOPlaceholderMapping.0MIOPlaceholderMapping;FPL 4x3MIOPlaceholderMapping.4 Text or Objects; BoxMIOPlaceholderMapping.43MIOPlaceholderMapping.TitleMIOPlaceholderMapping.0MIOPlaceholderMapping-NEE ThemeMIOPlaceholderMapping.4 Column w/ Title and TakeawayMIOPlaceholderMapping.11MIOPlaceholderMapping.Subtitle PlaceholderMIOPlaceholderMapping.20MIOPlaceholderMapping;FPL 4x3MIOPlaceholderMapping.4 Text or Objects; BoxMIOPlaceholderMapping.43MIOPlaceholderMapping.BodyMIOPlaceholderMapping.20MIOPlaceholderMapping-NEE ThemeMIOPlaceholderMapping.4 Column w/ Title and TakeawayMIOPlaceholderMapping.11MIOPlaceholderMapping.Content Placeholder LeftMIOPlaceholderMapping.13MIOPlaceholderMapping;FPL 4x3MIOPlaceholderMapping.4 Text or Objects; BoxMIOPlaceholderMapping.43MIOPlaceholderMapping.BodyUpperRightMIOPlaceholderMapping.21MIOPlaceholderMapping-NEE ThemeMIOPlaceholderMapping.4 Column w/ Title and TakeawayMIOPlaceholderMapping.11MIOPlaceholderMapping.Content Placeholder Left MiddleMIOPlaceholderMapping.14MIOPlaceholderMapping;FPL 4x3MIOPlaceholderMapping.4 Text or Objects; BoxMIOPlaceholderMapping.43MIOPlaceholderMapping.BodyLowerLeftMIOPlaceholderMapping.22MIOPlaceholderMapping-NEE ThemeMIOPlaceholderMapping.4 Column w/ Title and TakeawayMIOPlaceholderMapping.11MIOPlaceholderMapping.Content Placeholder Right MiddleMIOPlaceholderMapping.15MIOPlaceholderMapping;FPL 4x3MIOPlaceholderMapping.4 Text or Objects; BoxMIOPlaceholderMapping.43MIOPlaceholderMapping.BodyLowerRightMIOPlaceholderMapping.23MIOPlaceholderMapping-NEE ThemeMIOPlaceholderMapping.4 Column w/ Title and TakeawayMIOPlaceholderMapping.11MIOPlaceholderMapping.Content Placeholder RightMIOPlaceholderMapping.16MIOPlaceholderMapping;FPL 4x3MIOPlaceholderMapping.4 Text or Objects; BoxMIOPlaceholderMapping.43MIOPlaceholderMapping.TakeawayMIOPlaceholderMapping.15MIOPlaceholderMapping-NEE ThemeMIOPlaceholderMapping.4 Column w/ Title and TakeawayMIOPlaceholderMapping.11MIOPlaceholderMapping.Takeaway BoxMIOPlaceholderMapping.2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Title, Content, and 2 ContentMIOPlaceholderMapping.13MIOPlaceholderMapping-NEE ThemeMIOPlaceholderMapping.Right Third LightMIOPlaceholderMapping.14MIOPlaceholderMapping;2_FPLGROUP_FinalMIOPlaceholderMapping.Title, Content, and 2 ContentMIOPlaceholderMapping.13MIOPlaceholderMapping.Title 1MIOPlaceholderMapping.0MIOPlaceholderMapping-NEE ThemeMIOPlaceholderMapping.Right Third LightMIOPlaceholderMapping.14MIOPlaceholderMapping.Title 6MIOPlaceholderMapping.0MIOPlaceholderMapping;2_FPLGROUP_FinalMIOPlaceholderMapping.Title, Content, and 2 ContentMIOPlaceholderMapping.13MIOPlaceholderMapping.Content Placeholder 3MIOPlaceholderMapping.2MIOPlaceholderMapping-NEE ThemeMIOPlaceholderMapping.Right Third LightMIOPlaceholderMapping.14MIOPlaceholderMapping.Content Placeholder MiddleMIOPlaceholderMapping.14MIOPlaceholderMapping;2_FPLGROUP_FinalMIOPlaceholderMapping.Title, Content, and 2 ContentMIOPlaceholderMapping.13MIOPlaceholderMapping.Content Placeholder 4MIOPlaceholderMapping.3MIOPlaceholderMapping-NEE ThemeMIOPlaceholderMapping.Right Third LightMIOPlaceholderMapping.14MIOPlaceholderMapping.Content Placeholder RightMIOPlaceholderMapping.15MIOPlaceholderMapping;NextEra Energy BlueMIOPlaceholderMapping.L: Content; R: 2 ImagesMIOPlaceholderMapping.4MIOPlaceholderMapping.TitleMIOPlaceholderMapping.0MIOPlaceholderMapping-NEE ThemeMIOPlaceholderMapping.Right Third LightMIOPlaceholderMapping.14MIOPlaceholderMapping.Title 6MIOPlaceholderMapping.0MIOPlaceholderMapping;NextEra Energy BlueMIOPlaceholderMapping.L: Content; R: 2 ImagesMIOPlaceholderMapping.4MIOPlaceholderMapping.BodyLeftMIOPlaceholderMapping.18MIOPlaceholderMapping-NEE ThemeMIOPlaceholderMapping.Right Third LightMIOPlaceholderMapping.14MIOPlaceholderMapping.Content Placeholder LeftMIOPlaceholderMapping.13MIOPlaceholderMapping;NextEra Energy BlueMIOPlaceholderMapping.L: Content; R: 2 ImagesMIOPlaceholderMapping.4MIOPlaceholderMapping.PictureTopMIOPlaceholderMapping.14MIOPlaceholderMapping-NEE ThemeMIOPlaceholderMapping.Right Third LightMIOPlaceholderMapping.14MIOPlaceholderMapping.Content Placeholder MiddleMIOPlaceholderMapping.14MIOPlaceholderMapping;NextEra Energy BlueMIOPlaceholderMapping.L: Content; R: 2 ImagesMIOPlaceholderMapping.4MIOPlaceholderMapping.PictureBottomMIOPlaceholderMapping.15MIOPlaceholderMapping-NEE ThemeMIOPlaceholderMapping.Right Third LightMIOPlaceholderMapping.14MIOPlaceholderMapping.Content Placeholder RightMIOPlaceholderMapping.15MIOPlaceholderMapping;2_empower_Internal_4x3MIOPlaceholderMapping.1/2 Split Text or ObjectMIOPlaceholderMapping.8MIOPlaceholderMapping.TitleMIOPlaceholderMapping.0MIOPlaceholderMapping-NEE ThemeMIOPlaceholderMapping.Right Third LightMIOPlaceholderMapping.14MIOPlaceholderMapping.Title 6MIOPlaceholderMapping.0MIOPlaceholderMapping;2_empower_Internal_4x3MIOPlaceholderMapping.1/2 Split Text or ObjectMIOPlaceholderMapping.8MIOPlaceholderMapping.BodyMIOPlaceholderMapping.21MIOPlaceholderMapping-NEE ThemeMIOPlaceholderMapping.Right Third LightMIOPlaceholderMapping.14MIOPlaceholderMapping.Content Placeholder LeftMIOPlaceholderMapping.13MIOPlaceholderMapping;2_empower_Internal_4x3MIOPlaceholderMapping.1/2 Split Text or ObjectMIOPlaceholderMapping.8MIOPlaceholderMapping.BodyUpperRightMIOPlaceholderMapping.17MIOPlaceholderMapping-NEE ThemeMIOPlaceholderMapping.Right Third LightMIOPlaceholderMapping.14MIOPlaceholderMapping.Content Placeholder MiddleMIOPlaceholderMapping.14MIOPlaceholderMapping;2_empower_Internal_4x3MIOPlaceholderMapping.1/2 Split Text or ObjectMIOPlaceholderMapping.8MIOPlaceholderMapping.BodyLowerRightMIOPlaceholderMapping.22MIOPlaceholderMapping-NEE ThemeMIOPlaceholderMapping.Right Third LightMIOPlaceholderMapping.14MIOPlaceholderMapping.Content Placeholder RightMIOPlaceholderMapping.15MIOPlaceholderMapping;2_empower_Internal_4x3MIOPlaceholderMapping.L: Text; R: 2 ObjectsMIOPlaceholderMapping.12MIOPlaceholderMapping.TitleMIOPlaceholderMapping.0MIOPlaceholderMapping-NEE ThemeMIOPlaceholderMapping.Right Third LightMIOPlaceholderMapping.14MIOPlaceholderMapping.Title 6MIOPlaceholderMapping.0MIOPlaceholderMapping;2_empower_Internal_4x3MIOPlaceholderMapping.L: Text; R: 2 ObjectsMIOPlaceholderMapping.12MIOPlaceholderMapping.BodyMIOPlaceholderMapping.16MIOPlaceholderMapping-NEE ThemeMIOPlaceholderMapping.Right Third LightMIOPlaceholderMapping.14MIOPlaceholderMapping.Content Placeholder LeftMIOPlaceholderMapping.13MIOPlaceholderMapping;2_empower_Internal_4x3MIOPlaceholderMapping.L: Text; R: 2 ObjectsMIOPlaceholderMapping.12MIOPlaceholderMapping.Picture1MIOPlaceholderMapping.14MIOPlaceholderMapping-NEE ThemeMIOPlaceholderMapping.Right Third LightMIOPlaceholderMapping.14MIOPlaceholderMapping.Content Placeholder MiddleMIOPlaceholderMapping.14MIOPlaceholderMapping;2_empower_Internal_4x3MIOPlaceholderMapping.L: Text; R: 2 ObjectsMIOPlaceholderMapping.12MIOPlaceholderMapping.Picture2MIOPlaceholderMapping.15MIOPlaceholderMapping-NEE ThemeMIOPlaceholderMapping.Right Third LightMIOPlaceholderMapping.14MIOPlaceholderMapping.Content Placeholder RightMIOPlaceholderMapping.15MIOPlaceholderMapping;2_empower_Internal_4x3MIOPlaceholderMapping.L: Text; R: 2 Objects; BoxMIOPlaceholderMapping.13MIOPlaceholderMapping.TitleMIOPlaceholderMapping.0MIOPlaceholderMapping-NEE ThemeMIOPlaceholderMapping.Right Third LightMIOPlaceholderMapping.14MIOPlaceholderMapping.Title 6MIOPlaceholderMapping.0MIOPlaceholderMapping;2_empower_Internal_4x3MIOPlaceholderMapping.L: Text; R: 2 Objects; BoxMIOPlaceholderMapping.13MIOPlaceholderMapping.BodyMIOPlaceholderMapping.16MIOPlaceholderMapping-NEE ThemeMIOPlaceholderMapping.Right Third LightMIOPlaceholderMapping.14MIOPlaceholderMapping.Content Placeholder LeftMIOPlaceholderMapping.13MIOPlaceholderMapping;2_empower_Internal_4x3MIOPlaceholderMapping.L: Text; R: 2 Objects; BoxMIOPlaceholderMapping.13MIOPlaceholderMapping.Picture1MIOPlaceholderMapping.14MIOPlaceholderMapping-NEE ThemeMIOPlaceholderMapping.Right Third LightMIOPlaceholderMapping.14MIOPlaceholderMapping.Content Placeholder MiddleMIOPlaceholderMapping.14MIOPlaceholderMapping;2_empower_Internal_4x3MIOPlaceholderMapping.L: Text; R: 2 Objects; BoxMIOPlaceholderMapping.13MIOPlaceholderMapping.Picture2MIOPlaceholderMapping.15MIOPlaceholderMapping-NEE ThemeMIOPlaceholderMapping.Right Third LightMIOPlaceholderMapping.14MIOPlaceholderMapping.Content Placeholder RightMIOPlaceholderMapping.15MIOPlaceholderMapping;1_empower_Internal_4x3MIOPlaceholderMapping.1/2 Split Text or ObjectMIOPlaceholderMapping.8MIOPlaceholderMapping.TitleMIOPlaceholderMapping.0MIOPlaceholderMapping-NEE ThemeMIOPlaceholderMapping.Right Third LightMIOPlaceholderMapping.14MIOPlaceholderMapping.Title 6MIOPlaceholderMapping.0MIOPlaceholderMapping;1_empower_Internal_4x3MIOPlaceholderMapping.1/2 Split Text or ObjectMIOPlaceholderMapping.8MIOPlaceholderMapping.BodyMIOPlaceholderMapping.21MIOPlaceholderMapping-NEE ThemeMIOPlaceholderMapping.Right Third LightMIOPlaceholderMapping.14MIOPlaceholderMapping.Content Placeholder LeftMIOPlaceholderMapping.13MIOPlaceholderMapping;1_empower_Internal_4x3MIOPlaceholderMapping.1/2 Split Text or ObjectMIOPlaceholderMapping.8MIOPlaceholderMapping.BodyUpperRightMIOPlaceholderMapping.17MIOPlaceholderMapping-NEE ThemeMIOPlaceholderMapping.Right Third LightMIOPlaceholderMapping.14MIOPlaceholderMapping.Content Placeholder MiddleMIOPlaceholderMapping.14MIOPlaceholderMapping;1_empower_Internal_4x3MIOPlaceholderMapping.1/2 Split Text or ObjectMIOPlaceholderMapping.8MIOPlaceholderMapping.BodyLowerRightMIOPlaceholderMapping.22MIOPlaceholderMapping-NEE ThemeMIOPlaceholderMapping.Right Third LightMIOPlaceholderMapping.14MIOPlaceholderMapping.Content Placeholder RightMIOPlaceholderMapping.15MIOPlaceholderMapping;2_empower_Internal_4x3MIOPlaceholderMapping.1/2 Split Text or ObjectMIOPlaceholderMapping.8MIOPlaceholderMapping-NEE ThemeMIOPlaceholderMapping.Right Third LightMIOPlaceholderMapping.14MIOPlaceholderMapping;NextEra Energy WhiteMIOPlaceholderMapping.Photo Team PageMIOPlaceholderMapping.5MIOPlaceholderMapping-NEE ThemeMIOPlaceholderMapping.Right Third LightMIOPlaceholderMapping.14MIOPlaceholderMapping;NextEra Energy WhiteMIOPlaceholderMapping.Photo Team PageMIOPlaceholderMapping.5MIOPlaceholderMapping.TitleMIOPlaceholderMapping.0MIOPlaceholderMapping-NEE ThemeMIOPlaceholderMapping.Right Third LightMIOPlaceholderMapping.14MIOPlaceholderMapping.Title 6MIOPlaceholderMapping.0MIOPlaceholderMapping;NextEra Energy WhiteMIOPlaceholderMapping.Photo Team PageMIOPlaceholderMapping.5MIOPlaceholderMapping.BodyRighTopMIOPlaceholderMapping.19MIOPlaceholderMapping-NEE ThemeMIOPlaceholderMapping.Right Third LightMIOPlaceholderMapping.14MIOPlaceholderMapping.Content Placeholder LeftMIOPlaceholderMapping.13MIOPlaceholderMapping;NextEra Energy WhiteMIOPlaceholderMapping.Photo Team PageMIOPlaceholderMapping.5MIOPlaceholderMapping.BodyRightBottomMIOPlaceholderMapping.21MIOPlaceholderMapping-NEE ThemeMIOPlaceholderMapping.Right Third LightMIOPlaceholderMapping.14MIOPlaceholderMapping.Content Placeholder MiddleMIOPlaceholderMapping.14MIOPlaceholderMapping;NextEra Energy WhiteMIOPlaceholderMapping.Photo Team PageMIOPlaceholderMapping.5MIOPlaceholderMapping.BodyRightMIOPlaceholderMapping.20MIOPlaceholderMapping-NEE ThemeMIOPlaceholderMapping.Right Third LightMIOPlaceholderMapping.14MIOPlaceholderMapping.Content Placeholder RightMIOPlaceholderMapping.15MIOPlaceholderMapping;1_NextEra Energy WhiteMIOPlaceholderMapping.Photo Team PageMIOPlaceholderMapping.5MIOPlaceholderMapping-NEE ThemeMIOPlaceholderMapping.Right Third LightMIOPlaceholderMapping.14MIOPlaceholderMapping;1_NextEra Energy WhiteMIOPlaceholderMapping.Photo Team PageMIOPlaceholderMapping.5MIOPlaceholderMapping.TitleMIOPlaceholderMapping.0MIOPlaceholderMapping-NEE ThemeMIOPlaceholderMapping.Right Third LightMIOPlaceholderMapping.14MIOPlaceholderMapping.Title 6MIOPlaceholderMapping.0MIOPlaceholderMapping;1_NextEra Energy WhiteMIOPlaceholderMapping.Photo Team PageMIOPlaceholderMapping.5MIOPlaceholderMapping.BodyRighTopMIOPlaceholderMapping.19MIOPlaceholderMapping-NEE ThemeMIOPlaceholderMapping.Right Third LightMIOPlaceholderMapping.14MIOPlaceholderMapping.Content Placeholder LeftMIOPlaceholderMapping.13MIOPlaceholderMapping;1_NextEra Energy WhiteMIOPlaceholderMapping.Photo Team PageMIOPlaceholderMapping.5MIOPlaceholderMapping.BodyRightMIOPlaceholderMapping.20MIOPlaceholderMapping-NEE ThemeMIOPlaceholderMapping.Right Third LightMIOPlaceholderMapping.14MIOPlaceholderMapping.Content Placeholder RightMIOPlaceholderMapping.15MIOPlaceholderMapping;1_NextEra Energy WhiteMIOPlaceholderMapping.Photo Team PageMIOPlaceholderMapping.5MIOPlaceholderMapping.BodyRightBottomMIOPlaceholderMapping.21MIOPlaceholderMapping-NEE ThemeMIOPlaceholderMapping.Right Third LightMIOPlaceholderMapping.14MIOPlaceholderMapping.Content Placeholder MiddleMIOPlaceholderMapping.14MIOPlaceholderMapping;1_NextEra Energy WhiteMIOPlaceholderMapping.3 Content AMIOPlaceholderMapping.13MIOPlaceholderMapping-NEE ThemeMIOPlaceholderMapping.Right Third LightMIOPlaceholderMapping.14MIOPlaceholderMapping;1_NextEra Energy WhiteMIOPlaceholderMapping.3 Content AMIOPlaceholderMapping.13MIOPlaceholderMapping.BodyRighTopMIOPlaceholderMapping.19MIOPlaceholderMapping-NEE ThemeMIOPlaceholderMapping.Right Third LightMIOPlaceholderMapping.14MIOPlaceholderMapping.Content Placeholder LeftMIOPlaceholderMapping.13MIOPlaceholderMapping;1_NextEra Energy WhiteMIOPlaceholderMapping.3 Content AMIOPlaceholderMapping.13MIOPlaceholderMapping.BodyRightBottomMIOPlaceholderMapping.21MIOPlaceholderMapping-NEE ThemeMIOPlaceholderMapping.Right Third LightMIOPlaceholderMapping.14MIOPlaceholderMapping.Content Placeholder MiddleMIOPlaceholderMapping.14MIOPlaceholderMapping;1_NextEra Energy WhiteMIOPlaceholderMapping.3 Content AMIOPlaceholderMapping.13MIOPlaceholderMapping.BodyRightMIOPlaceholderMapping.20MIOPlaceholderMapping-NEE ThemeMIOPlaceholderMapping.Right Third LightMIOPlaceholderMapping.14MIOPlaceholderMapping.Content Placeholder RightMIOPlaceholderMapping.15MIOPlaceholderMapping;1_NextEra Energy WhiteMIOPlaceholderMapping.3 Content BMIOPlaceholderMapping.14MIOPlaceholderMapping-NEE ThemeMIOPlaceholderMapping.Right Third LightMIOPlaceholderMapping.14MIOPlaceholderMapping;1_NextEra Energy WhiteMIOPlaceholderMapping.3 Content BMIOPlaceholderMapping.14MIOPlaceholderMapping.TitleMIOPlaceholderMapping.0MIOPlaceholderMapping-NEE ThemeMIOPlaceholderMapping.Right Third LightMIOPlaceholderMapping.14MIOPlaceholderMapping.Title 6MIOPlaceholderMapping.0MIOPlaceholderMapping;1_NextEra Energy WhiteMIOPlaceholderMapping.3 Content BMIOPlaceholderMapping.14MIOPlaceholderMapping.BodyLeftMIOPlaceholderMapping.20MIOPlaceholderMapping-NEE ThemeMIOPlaceholderMapping.Right Third LightMIOPlaceholderMapping.14MIOPlaceholderMapping.Content Placeholder LeftMIOPlaceholderMapping.13MIOPlaceholderMapping;1_NextEra Energy WhiteMIOPlaceholderMapping.3 Content BMIOPlaceholderMapping.14MIOPlaceholderMapping.BodyRightTopMIOPlaceholderMapping.19MIOPlaceholderMapping-NEE ThemeMIOPlaceholderMapping.Right Third LightMIOPlaceholderMapping.14MIOPlaceholderMapping.Content Placeholder MiddleMIOPlaceholderMapping.14MIOPlaceholderMapping;1_NextEra Energy WhiteMIOPlaceholderMapping.3 Content BMIOPlaceholderMapping.14MIOPlaceholderMapping.BodyRightBottomMIOPlaceholderMapping.21MIOPlaceholderMapping-NEE ThemeMIOPlaceholderMapping.Right Third LightMIOPlaceholderMapping.14MIOPlaceholderMapping.Content Placeholder RightMIOPlaceholderMapping.1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L: Text; R: 2 Objects; BoxMIOPlaceholderMapping.13MIOPlaceholderMapping.TitleMIOPlaceholderMapping.0MIOPlaceholderMapping-NEE ThemeMIOPlaceholderMapping.Right Third Light w/ Title and TakeawayMIOPlaceholderMapping.15MIOPlaceholderMapping.Title 6MIOPlaceholderMapping.0MIOPlaceholderMapping;empower_Internal_4x3MIOPlaceholderMapping.L: Text; R: 2 Objects; BoxMIOPlaceholderMapping.13MIOPlaceholderMapping.HeaderMIOPlaceholderMapping.10MIOPlaceholderMapping-NEE ThemeMIOPlaceholderMapping.Right Third Light w/ Title and TakeawayMIOPlaceholderMapping.15MIOPlaceholderMapping.Subtitle PlaceholderMIOPlaceholderMapping.20MIOPlaceholderMapping;empower_Internal_4x3MIOPlaceholderMapping.L: Text; R: 2 Objects; BoxMIOPlaceholderMapping.13MIOPlaceholderMapping.BodyMIOPlaceholderMapping.16MIOPlaceholderMapping-NEE ThemeMIOPlaceholderMapping.Right Third Light w/ Title and TakeawayMIOPlaceholderMapping.15MIOPlaceholderMapping.Content Placeholder LeftMIOPlaceholderMapping.13MIOPlaceholderMapping;empower_Internal_4x3MIOPlaceholderMapping.L: Text; R: 2 Objects; BoxMIOPlaceholderMapping.13MIOPlaceholderMapping.Picture1MIOPlaceholderMapping.14MIOPlaceholderMapping-NEE ThemeMIOPlaceholderMapping.Right Third Light w/ Title and TakeawayMIOPlaceholderMapping.15MIOPlaceholderMapping.Content Placeholder MiddleMIOPlaceholderMapping.14MIOPlaceholderMapping;empower_Internal_4x3MIOPlaceholderMapping.L: Text; R: 2 Objects; BoxMIOPlaceholderMapping.13MIOPlaceholderMapping.Picture2MIOPlaceholderMapping.15MIOPlaceholderMapping-NEE ThemeMIOPlaceholderMapping.Right Third Light w/ Title and TakeawayMIOPlaceholderMapping.15MIOPlaceholderMapping.Content Placeholder RightMIOPlaceholderMapping.15MIOPlaceholderMapping;empower_Internal_4x3MIOPlaceholderMapping.L: Text; R: 2 Objects; BoxMIOPlaceholderMapping.13MIOPlaceholderMapping.TakeawayMIOPlaceholderMapping.17MIOPlaceholderMapping-NEE ThemeMIOPlaceholderMapping.Right Third Light w/ Title and TakeawayMIOPlaceholderMapping.15MIOPlaceholderMapping.Takeaway BoxMIOPlaceholderMapping.21MIOPlaceholderMapping;empower_Internal_4x3MIOPlaceholderMapping.L: Text 2/3; R: 3 Objects; BoxMIOPlaceholderMapping.15MIOPlaceholderMapping-NEE ThemeMIOPlaceholderMapping.Right Third Light w/ Title and TakeawayMIOPlaceholderMapping.15MIOPlaceholderMapping;FPL 4x3MIOPlaceholderMapping.1/2 Split Text or ObjectMIOPlaceholderMapping.35MIOPlaceholderMapping-NEE ThemeMIOPlaceholderMapping.Right Third Light w/ Title and TakeawayMIOPlaceholderMapping.15MIOPlaceholderMapping;FPL 4x3MIOPlaceholderMapping.1/2 Split Text or ObjectMIOPlaceholderMapping.35MIOPlaceholderMapping.HeaderMIOPlaceholderMapping.10MIOPlaceholderMapping-NEE ThemeMIOPlaceholderMapping.Right Third Light w/ Title and TakeawayMIOPlaceholderMapping.15MIOPlaceholderMapping.Title 6MIOPlaceholderMapping.0MIOPlaceholderMapping;FPL 4x3MIOPlaceholderMapping.1/2 Split Text or ObjectMIOPlaceholderMapping.35MIOPlaceholderMapping.TitleMIOPlaceholderMapping.0MIOPlaceholderMapping-NEE ThemeMIOPlaceholderMapping.Right Third Light w/ Title and TakeawayMIOPlaceholderMapping.15MIOPlaceholderMapping.Subtitle PlaceholderMIOPlaceholderMapping.20MIOPlaceholderMapping;FPL 4x3MIOPlaceholderMapping.1/2 Split Text or ObjectMIOPlaceholderMapping.35MIOPlaceholderMapping.BodyMIOPlaceholderMapping.21MIOPlaceholderMapping-NEE ThemeMIOPlaceholderMapping.Right Third Light w/ Title and TakeawayMIOPlaceholderMapping.15MIOPlaceholderMapping.Content Placeholder LeftMIOPlaceholderMapping.13MIOPlaceholderMapping;FPL 4x3MIOPlaceholderMapping.1/2 Split Text or ObjectMIOPlaceholderMapping.35MIOPlaceholderMapping.BodyUpperRightMIOPlaceholderMapping.17MIOPlaceholderMapping-NEE ThemeMIOPlaceholderMapping.Right Third Light w/ Title and TakeawayMIOPlaceholderMapping.15MIOPlaceholderMapping.Content Placeholder MiddleMIOPlaceholderMapping.14MIOPlaceholderMapping;FPL 4x3MIOPlaceholderMapping.1/2 Split Text or ObjectMIOPlaceholderMapping.35MIOPlaceholderMapping.BodyLowerRightMIOPlaceholderMapping.22MIOPlaceholderMapping-NEE ThemeMIOPlaceholderMapping.Right Third Light w/ Title and TakeawayMIOPlaceholderMapping.15MIOPlaceholderMapping.Content Placeholder RightMIOPlaceholderMapping.1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Content with CaptionMIOPlaceholderMapping.8MIOPlaceholderMapping-NEE ThemeMIOPlaceholderMapping.Center Split LightMIOPlaceholderMapping.16MIOPlaceholderMapping;2_FPLGROUP_Final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2_FPLGROUP_Final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2_FPLGROUP_Final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MIOPlaceholderMapping;neep_v2MIOPlaceholderMapping.Title, Text and ChartMIOPlaceholderMapping.13MIOPlaceholderMapping-NEE ThemeMIOPlaceholderMapping.Center Split LightMIOPlaceholderMapping.16MIOPlaceholderMapping;neep_v2MIOPlaceholderMapping.Title, Text and ChartMIOPlaceholderMapping.13MIOPlaceholderMapping.Title 1MIOPlaceholderMapping.0MIOPlaceholderMapping-NEE ThemeMIOPlaceholderMapping.Center Split LightMIOPlaceholderMapping.16MIOPlaceholderMapping.Title 9MIOPlaceholderMapping.0MIOPlaceholderMapping;neep_v2MIOPlaceholderMapping.Title, Text and ChartMIOPlaceholderMapping.13MIOPlaceholderMapping.Text Placeholder 2MIOPlaceholderMapping.1MIOPlaceholderMapping-NEE ThemeMIOPlaceholderMapping.Center Split LightMIOPlaceholderMapping.16MIOPlaceholderMapping.Content Placeholder 6MIOPlaceholderMapping.13MIOPlaceholderMapping;NEE ThemeMIOPlaceholderMapping.Center Split LightMIOPlaceholderMapping.16MIOPlaceholderMapping.Content Placeholder 8MIOPlaceholderMapping.14MIOPlaceholderMapping-NEE ThemeMIOPlaceholderMapping.Center Split LightMIOPlaceholderMapping.16MIOPlaceholderMapping.Content Placeholder 8MIOPlaceholderMapping.14MIOPlaceholderMapping;neep_v2MIOPlaceholderMapping.Title, Text and ChartMIOPlaceholderMapping.13MIOPlaceholderMapping.Chart Placeholder 3MIOPlaceholderMapping.2MIOPlaceholderMapping-NEE ThemeMIOPlaceholderMapping.Center Split LightMIOPlaceholderMapping.16MIOPlaceholderMapping.Content Placeholder 8MIOPlaceholderMapping.14MIOPlaceholderMapping;2_neep_v2_2 logosMIOPlaceholderMapping.Content with CaptionMIOPlaceholderMapping.8MIOPlaceholderMapping-NEE ThemeMIOPlaceholderMapping.Center Split LightMIOPlaceholderMapping.16MIOPlaceholderMapping;2_neep_v2_2 logos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2_neep_v2_2 logos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2_neep_v2_2 logos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MIOPlaceholderMapping;neep_v2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neep_v2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neep_v2MIOPlaceholderMapping.Content with CaptionMIOPlaceholderMapping.8MIOPlaceholderMapping-NEE ThemeMIOPlaceholderMapping.Center Split LightMIOPlaceholderMapping.16MIOPlaceholderMapping;8_blankMIOPlaceholderMapping.Title, Text and ChartMIOPlaceholderMapping.6MIOPlaceholderMapping-NEE ThemeMIOPlaceholderMapping.Center Split LightMIOPlaceholderMapping.16MIOPlaceholderMapping;8_blankMIOPlaceholderMapping.Title, Text and ChartMIOPlaceholderMapping.6MIOPlaceholderMapping.Title 1MIOPlaceholderMapping.0MIOPlaceholderMapping-NEE ThemeMIOPlaceholderMapping.Center Split LightMIOPlaceholderMapping.16MIOPlaceholderMapping.Title 9MIOPlaceholderMapping.0MIOPlaceholderMapping;8_blankMIOPlaceholderMapping.Title, Text and ChartMIOPlaceholderMapping.6MIOPlaceholderMapping.Text Placeholder 2MIOPlaceholderMapping.1MIOPlaceholderMapping-NEE ThemeMIOPlaceholderMapping.Center Split LightMIOPlaceholderMapping.16MIOPlaceholderMapping.Content Placeholder 6MIOPlaceholderMapping.13MIOPlaceholderMapping;8_blankMIOPlaceholderMapping.Title, Text and ChartMIOPlaceholderMapping.6MIOPlaceholderMapping.Chart Placeholder 3MIOPlaceholderMapping.2MIOPlaceholderMapping-NEE ThemeMIOPlaceholderMapping.Center Split LightMIOPlaceholderMapping.16MIOPlaceholderMapping.Content Placeholder 8MIOPlaceholderMapping.14MIOPlaceholderMapping;7_neep_v2_2 logosMIOPlaceholderMapping.Content with CaptionMIOPlaceholderMapping.8MIOPlaceholderMapping-NEE ThemeMIOPlaceholderMapping.Center Split LightMIOPlaceholderMapping.16MIOPlaceholderMapping;7_neep_v2_2 logos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7_neep_v2_2 logos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7_neep_v2_2 logos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MIOPlaceholderMapping;8_neep_v2_2 logosMIOPlaceholderMapping.Content with CaptionMIOPlaceholderMapping.8MIOPlaceholderMapping-NEE ThemeMIOPlaceholderMapping.Center Split LightMIOPlaceholderMapping.16MIOPlaceholderMapping;8_neep_v2_2 logos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8_neep_v2_2 logos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8_neep_v2_2 logos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MIOPlaceholderMapping;9_neep_v2_2 logosMIOPlaceholderMapping.Content with CaptionMIOPlaceholderMapping.8MIOPlaceholderMapping-NEE ThemeMIOPlaceholderMapping.Center Split LightMIOPlaceholderMapping.16MIOPlaceholderMapping;9_neep_v2_2 logos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9_neep_v2_2 logos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9_neep_v2_2 logos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MIOPlaceholderMapping;3_FPLGROUP_FinalMIOPlaceholderMapping.Title OnlyMIOPlaceholderMapping.6MIOPlaceholderMapping.Title 1MIOPlaceholderMapping.0MIOPlaceholderMapping-NEE ThemeMIOPlaceholderMapping.Center Split LightMIOPlaceholderMapping.16MIOPlaceholderMapping;3_FPLGROUP_Final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3_FPLGROUP_Final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3_FPLGROUP_Final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MIOPlaceholderMapping;1_neep_v2_2 logosMIOPlaceholderMapping.Content with CaptionMIOPlaceholderMapping.8MIOPlaceholderMapping-NEE ThemeMIOPlaceholderMapping.Center Split LightMIOPlaceholderMapping.16MIOPlaceholderMapping;1_neep_v2_2 logosMIOPlaceholderMapping.Content with CaptionMIOPlaceholderMapping.8MIOPlaceholderMapping.Title 1MIOPlaceholderMapping.0MIOPlaceholderMapping-NEE ThemeMIOPlaceholderMapping.Center Split LightMIOPlaceholderMapping.16MIOPlaceholderMapping.Title 9MIOPlaceholderMapping.0MIOPlaceholderMapping;1_neep_v2_2 logosMIOPlaceholderMapping.Content with CaptionMIOPlaceholderMapping.8MIOPlaceholderMapping.Text Placeholder 3MIOPlaceholderMapping.2MIOPlaceholderMapping-NEE ThemeMIOPlaceholderMapping.Center Split LightMIOPlaceholderMapping.16MIOPlaceholderMapping.Content Placeholder 6MIOPlaceholderMapping.13MIOPlaceholderMapping;1_neep_v2_2 logosMIOPlaceholderMapping.Content with CaptionMIOPlaceholderMapping.8MIOPlaceholderMapping.Content Placeholder 2MIOPlaceholderMapping.1MIOPlaceholderMapping-NEE ThemeMIOPlaceholderMapping.Center Split LightMIOPlaceholderMapping.16MIOPlaceholderMapping.Content Placeholder 8MIOPlaceholderMapping.1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FPL 4x3MIOPlaceholderMapping.2 Title, Text or ObjectMIOPlaceholderMapping.36MIOPlaceholderMapping-NEE ThemeMIOPlaceholderMapping.Center Split Light w/ Title and TakeawayMIOPlaceholderMapping.17MIOPlaceholderMapping;FPL 4x3MIOPlaceholderMapping.2 Title, Text or ObjectMIOPlaceholderMapping.36MIOPlaceholderMapping.TitleMIOPlaceholderMapping.0MIOPlaceholderMapping-NEE ThemeMIOPlaceholderMapping.Center Split Light w/ Title and TakeawayMIOPlaceholderMapping.17MIOPlaceholderMapping.Title 9MIOPlaceholderMapping.0MIOPlaceholderMapping;FPL 4x3MIOPlaceholderMapping.2 Title, Text or ObjectMIOPlaceholderMapping.36MIOPlaceholderMapping.Sub-TitleMIOPlaceholderMapping.22MIOPlaceholderMapping-NEE ThemeMIOPlaceholderMapping.Center Split Light w/ Title and TakeawayMIOPlaceholderMapping.17MIOPlaceholderMapping.Subtitle PlaceholderMIOPlaceholderMapping.20MIOPlaceholderMapping;FPL 4x3MIOPlaceholderMapping.2 Title, Text or ObjectMIOPlaceholderMapping.36MIOPlaceholderMapping.Sub-TitleRightMIOPlaceholderMapping.23MIOPlaceholderMapping-NEE ThemeMIOPlaceholderMapping.Center Split Light w/ Title and TakeawayMIOPlaceholderMapping.17MIOPlaceholderMapping.Subtitle PlaceholderMIOPlaceholderMapping.22MIOPlaceholderMapping;FPL 4x3MIOPlaceholderMapping.2 Title, Text or ObjectMIOPlaceholderMapping.36MIOPlaceholderMapping.BodyMIOPlaceholderMapping.21MIOPlaceholderMapping-NEE ThemeMIOPlaceholderMapping.Center Split Light w/ Title and TakeawayMIOPlaceholderMapping.17MIOPlaceholderMapping.Content Placeholder 6MIOPlaceholderMapping.13MIOPlaceholderMapping;FPL 4x3MIOPlaceholderMapping.2 Title, Text or ObjectMIOPlaceholderMapping.36MIOPlaceholderMapping.BodyRightMIOPlaceholderMapping.17MIOPlaceholderMapping-NEE ThemeMIOPlaceholderMapping.Center Split Light w/ Title and TakeawayMIOPlaceholderMapping.17MIOPlaceholderMapping.Content Placeholder 8MIOPlaceholderMapping.14MIOPlaceholderMapping;FPL 4x3MIOPlaceholderMapping.2 Text or Object; 2 TitlesMIOPlaceholderMapping.37MIOPlaceholderMapping-NEE ThemeMIOPlaceholderMapping.Center Split Light w/ Title and TakeawayMIOPlaceholderMapping.17MIOPlaceholderMapping;FPL 4x3MIOPlaceholderMapping.2 Text or Object; 2 TitlesMIOPlaceholderMapping.37MIOPlaceholderMapping.HeaderMIOPlaceholderMapping.10MIOPlaceholderMapping-NEE ThemeMIOPlaceholderMapping.Center Split Light w/ Title and TakeawayMIOPlaceholderMapping.17MIOPlaceholderMapping.Title 9MIOPlaceholderMapping.0MIOPlaceholderMapping;FPL 4x3MIOPlaceholderMapping.2 Text or Object; 2 TitlesMIOPlaceholderMapping.37MIOPlaceholderMapping.TitleMIOPlaceholderMapping.11MIOPlaceholderMapping-NEE ThemeMIOPlaceholderMapping.Center Split Light w/ Title and TakeawayMIOPlaceholderMapping.17MIOPlaceholderMapping.Subtitle PlaceholderMIOPlaceholderMapping.20MIOPlaceholderMapping;FPL 4x3MIOPlaceholderMapping.2 Text or Object; 2 TitlesMIOPlaceholderMapping.37MIOPlaceholderMapping.TitleRightMIOPlaceholderMapping.3MIOPlaceholderMapping-NEE ThemeMIOPlaceholderMapping.Center Split Light w/ Title and TakeawayMIOPlaceholderMapping.17MIOPlaceholderMapping.Subtitle PlaceholderMIOPlaceholderMapping.22MIOPlaceholderMapping;FPL 4x3MIOPlaceholderMapping.2 Text or Object; 2 TitlesMIOPlaceholderMapping.37MIOPlaceholderMapping.BodyMIOPlaceholderMapping.21MIOPlaceholderMapping-NEE ThemeMIOPlaceholderMapping.Center Split Light w/ Title and TakeawayMIOPlaceholderMapping.17MIOPlaceholderMapping.Content Placeholder 6MIOPlaceholderMapping.13MIOPlaceholderMapping;FPL 4x3MIOPlaceholderMapping.2 Text or Object; 2 TitlesMIOPlaceholderMapping.37MIOPlaceholderMapping.BodyRightMIOPlaceholderMapping.18MIOPlaceholderMapping-NEE ThemeMIOPlaceholderMapping.Center Split Light w/ Title and TakeawayMIOPlaceholderMapping.17MIOPlaceholderMapping.Content Placeholder 8MIOPlaceholderMapping.1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BlankMIOPlaceholderMapping.7MIOPlaceholderMapping-NEE ThemeMIOPlaceholderMapping.BlankMIOPlaceholderMapping.21MIOPlaceholderMapping;2_neep_v2_2 logosMIOPlaceholderMapping.BlankMIOPlaceholderMapping.7MIOPlaceholderMapping-NEE ThemeMIOPlaceholderMapping.BlankMIOPlaceholderMapping.21MIOPlaceholderMapping;neep_v2MIOPlaceholderMapping.BlankMIOPlaceholderMapping.7MIOPlaceholderMapping-NEE ThemeMIOPlaceholderMapping.BlankMIOPlaceholderMapping.21MIOPlaceholderMapping;8_blankMIOPlaceholderMapping.BlankMIOPlaceholderMapping.8MIOPlaceholderMapping-NEE ThemeMIOPlaceholderMapping.BlankMIOPlaceholderMapping.21MIOPlaceholderMapping;7_neep_v2_2 logosMIOPlaceholderMapping.BlankMIOPlaceholderMapping.7MIOPlaceholderMapping-NEE ThemeMIOPlaceholderMapping.BlankMIOPlaceholderMapping.21MIOPlaceholderMapping;7_neep_v2_2 logosMIOPlaceholderMapping.Blank; Only LogoMIOPlaceholderMapping.27MIOPlaceholderMapping-NEE ThemeMIOPlaceholderMapping.BlankMIOPlaceholderMapping.21MIOPlaceholderMapping;Blank NEE and NEPMIOPlaceholderMapping.Custom LayoutMIOPlaceholderMapping.1MIOPlaceholderMapping-NEE ThemeMIOPlaceholderMapping.BlankMIOPlaceholderMapping.21MIOPlaceholderMapping;empower_Internal_4x3MIOPlaceholderMapping.Blank; Only LogoMIOPlaceholderMapping.22MIOPlaceholderMapping-NEE ThemeMIOPlaceholderMapping.BlankMIOPlaceholderMapping.21MIOPlaceholderMapping;NextEra Energy BlueMIOPlaceholderMapping.BlankMIOPlaceholderMapping.7MIOPlaceholderMapping-NEE ThemeMIOPlaceholderMapping.BlankMIOPlaceholderMapping.21MIOPlaceholderMapping;2_empower_Internal_4x3MIOPlaceholderMapping.Blank; Only LogoMIOPlaceholderMapping.20MIOPlaceholderMapping-NEE ThemeMIOPlaceholderMapping.BlankMIOPlaceholderMapping.21MIOPlaceholderMapping;1_empower_Internal_4x3MIOPlaceholderMapping.Blank; Only LogoMIOPlaceholderMapping.20MIOPlaceholderMapping-NEE ThemeMIOPlaceholderMapping.BlankMIOPlaceholderMapping.21MIOPlaceholderMapping;8_neep_v2_2 logosMIOPlaceholderMapping.BlankMIOPlaceholderMapping.7MIOPlaceholderMapping-NEE ThemeMIOPlaceholderMapping.BlankMIOPlaceholderMapping.21MIOPlaceholderMapping;9_neep_v2_2 logosMIOPlaceholderMapping.BlankMIOPlaceholderMapping.7MIOPlaceholderMapping-NEE ThemeMIOPlaceholderMapping.BlankMIOPlaceholderMapping.21MIOPlaceholderMapping;1_NextEra Energy BlueMIOPlaceholderMapping.BlankMIOPlaceholderMapping.7MIOPlaceholderMapping-NEE ThemeMIOPlaceholderMapping.BlankMIOPlaceholderMapping.21MIOPlaceholderMapping;FPL 4x3MIOPlaceholderMapping.Blank; Only LogoMIOPlaceholderMapping.17MIOPlaceholderMapping-NEE ThemeMIOPlaceholderMapping.BlankMIOPlaceholderMapping.21MIOPlaceholderMapping;FPL 4x3MIOPlaceholderMapping.1_Blank; Only LogoMIOPlaceholderMapping.46MIOPlaceholderMapping-NEE ThemeMIOPlaceholderMapping.BlankMIOPlaceholderMapping.21MIOPlaceholderMapping;NextEra Energy WhiteMIOPlaceholderMapping.BlankMIOPlaceholderMapping.21MIOPlaceholderMapping-NEE ThemeMIOPlaceholderMapping.BlankMIOPlaceholderMapping.21MIOPlaceholderMapping;NextEra Energy WhiteMIOPlaceholderMapping.LogoMIOPlaceholderMapping.23MIOPlaceholderMapping-NEE ThemeMIOPlaceholderMapping.BlankMIOPlaceholderMapping.21MIOPlaceholderMapping;1_NextEra Energy WhiteMIOPlaceholderMapping.BlankMIOPlaceholderMapping.21MIOPlaceholderMapping-NEE ThemeMIOPlaceholderMapping.BlankMIOPlaceholderMapping.21MIOPlaceholderMapping;3_NextEra Energy WhiteMIOPlaceholderMapping.BlankMIOPlaceholderMapping.21MIOPlaceholderMapping-NEE ThemeMIOPlaceholderMapping.BlankMIOPlaceholderMapping.21MIOPlaceholderMapping;2_NextEra Energy WhiteMIOPlaceholderMapping.BlankMIOPlaceholderMapping.21MIOPlaceholderMapping-NEE ThemeMIOPlaceholderMapping.BlankMIOPlaceholderMapping.21MIOPlaceholderMapping;FPL 16x9MIOPlaceholderMapping.Blank; Only LogoMIOPlaceholderMapping.18MIOPlaceholderMapping-NEE ThemeMIOPlaceholderMapping.BlankMIOPlaceholderMapping.21MIOPlaceholderMapping;empower_Internal_4x3MIOPlaceholderMapping.Blank; Only LogoMIOPlaceholderMapping.20MIOPlaceholderMapping-NEE ThemeMIOPlaceholderMapping.BlankMIOPlaceholderMapping.21MIOPlaceholderMapping;empower_Internal_4x3MIOPlaceholderMapping.BlankMIOPlaceholderMapping.25MIOPlaceholderMapping-NEE ThemeMIOPlaceholderMapping.BlankMIOPlaceholderMapping.21MIOPlaceholderMapping;4_neep_v2_2 logosMIOPlaceholderMapping.BlankMIOPlaceholderMapping.7MIOPlaceholderMapping-NEE ThemeMIOPlaceholderMapping.BlankMIOPlaceholderMapping.21MIOPlaceholderMapping;4_neep_v2_2 logosMIOPlaceholderMapping.Blank; Only LogoMIOPlaceholderMapping.14MIOPlaceholderMapping-NEE ThemeMIOPlaceholderMapping.BlankMIOPlaceholderMapping.21MIOPlaceholderMapping;3_FPLGROUP_FinalMIOPlaceholderMapping.BlankMIOPlaceholderMapping.7MIOPlaceholderMapping-NEE ThemeMIOPlaceholderMapping.BlankMIOPlaceholderMapping.21MIOPlaceholderMapping;1_neep_v2_2 logosMIOPlaceholderMapping.BlankMIOPlaceholderMapping.7MIOPlaceholderMapping-NEE ThemeMIOPlaceholderMapping.BlankMIOPlaceholderMapping.21MIOPlaceholderMapping;1_neep_v2_2 logosMIOPlaceholderMapping.Blank; Only LogoMIOPlaceholderMapping.15MIOPlaceholderMapping-NEE ThemeMIOPlaceholderMapping.BlankMIOPlaceholderMapping.21MIOPlaceholderMapping;1_neep_v2_2 logosMIOPlaceholderMapping.Title SlideMIOPlaceholderMapping.16MIOPlaceholderMapping-NEE ThemeMIOPlaceholderMapping.BlankMIOPlaceholderMapping.2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ContentMIOPlaceholderMapping.14MIOPlaceholderMapping-NEE ThemeMIOPlaceholderMapping.2 Flow ColumnsMIOPlaceholderMapping.23MIOPlaceholderMapping;2_FPLGROUP_FinalMIOPlaceholderMapping.ContentMIOPlaceholderMapping.14MIOPlaceholderMapping.Content Placeholder 1MIOPlaceholderMapping.0MIOPlaceholderMapping-NEE ThemeMIOPlaceholderMapping.2 Flow ColumnsMIOPlaceholderMapping.23MIOPlaceholderMapping.Content Placeholder 6MIOPlaceholderMapping.1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L: Text 2/3; R: 3 ObjectsMIOPlaceholderMapping.14MIOPlaceholderMapping-NEE ThemeMIOPlaceholderMapping.Image 1 ColumnMIOPlaceholderMapping.2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L: Text; R: 2 ObjectsMIOPlaceholderMapping.12MIOPlaceholderMapping.TitleMIOPlaceholderMapping.0MIOPlaceholderMapping-NEE ThemeMIOPlaceholderMapping.Image 2 ColumnMIOPlaceholderMapping.28MIOPlaceholderMapping.Title 1MIOPlaceholderMapping.0MIOPlaceholderMapping;empower_Internal_4x3MIOPlaceholderMapping.L: Text; R: 2 ObjectsMIOPlaceholderMapping.12MIOPlaceholderMapping.Picture1MIOPlaceholderMapping.14MIOPlaceholderMapping-NEE ThemeMIOPlaceholderMapping.Image 2 ColumnMIOPlaceholderMapping.28MIOPlaceholderMapping.Picture Placeholder 7MIOPlaceholderMapping.14MIOPlaceholderMapping;empower_Internal_4x3MIOPlaceholderMapping.L: Text; R: 2 ObjectsMIOPlaceholderMapping.12MIOPlaceholderMapping.Picture2MIOPlaceholderMapping.15MIOPlaceholderMapping-NEE ThemeMIOPlaceholderMapping.Image 2 ColumnMIOPlaceholderMapping.28MIOPlaceholderMapping.Content Placeholder LeftMIOPlaceholderMapping.13MIOPlaceholderMapping;empower_Internal_4x3MIOPlaceholderMapping.L: Text; R: 2 ObjectsMIOPlaceholderMapping.12MIOPlaceholderMapping.BodyMIOPlaceholderMapping.16MIOPlaceholderMapping-NEE ThemeMIOPlaceholderMapping.Image 2 ColumnMIOPlaceholderMapping.28MIOPlaceholderMapping.Content Placeholder RightMIOPlaceholderMapping.1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4_neep_v2_2 logosMIOPlaceholderMapping.Content with CaptionMIOPlaceholderMapping.8MIOPlaceholderMapping-NEE ThemeMIOPlaceholderMapping.Center Split ImageMIOPlaceholderMapping.32MIOPlaceholderMapping;4_neep_v2_2 logosMIOPlaceholderMapping.Content with CaptionMIOPlaceholderMapping.8MIOPlaceholderMapping.Title 1MIOPlaceholderMapping.0MIOPlaceholderMapping-NEE ThemeMIOPlaceholderMapping.Center Split ImageMIOPlaceholderMapping.32MIOPlaceholderMapping.Title 9MIOPlaceholderMapping.0MIOPlaceholderMapping;4_neep_v2_2 logosMIOPlaceholderMapping.Content with CaptionMIOPlaceholderMapping.8MIOPlaceholderMapping.Text Placeholder 3MIOPlaceholderMapping.2MIOPlaceholderMapping-NEE ThemeMIOPlaceholderMapping.Center Split ImageMIOPlaceholderMapping.32MIOPlaceholderMapping.Content Placeholder 6MIOPlaceholderMapping.13MIOPlaceholderMapping;4_neep_v2_2 logosMIOPlaceholderMapping.Content with CaptionMIOPlaceholderMapping.8MIOPlaceholderMapping.Content Placeholder 2MIOPlaceholderMapping.1MIOPlaceholderMapping-NEE ThemeMIOPlaceholderMapping.Center Split ImageMIOPlaceholderMapping.32MIOPlaceholderMapping.Picture Placeholder 8MIOPlaceholderMapping.1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neep_v2_2 logosMIOPlaceholderMapping.Picture with CaptionMIOPlaceholderMapping.9MIOPlaceholderMapping-NEE ThemeMIOPlaceholderMapping.Picture with CaptionMIOPlaceholderMapping.35MIOPlaceholderMapping;2_neep_v2_2 logosMIOPlaceholderMapping.Picture with CaptionMIOPlaceholderMapping.9MIOPlaceholderMapping.Picture Placeholder 2MIOPlaceholderMapping.1MIOPlaceholderMapping-NEE ThemeMIOPlaceholderMapping.Picture with CaptionMIOPlaceholderMapping.35MIOPlaceholderMapping.Picture Placeholder 2MIOPlaceholderMapping.1MIOPlaceholderMapping;2_neep_v2_2 logosMIOPlaceholderMapping.Picture with CaptionMIOPlaceholderMapping.9MIOPlaceholderMapping.Title 1MIOPlaceholderMapping.0MIOPlaceholderMapping-NEE ThemeMIOPlaceholderMapping.Picture with CaptionMIOPlaceholderMapping.35MIOPlaceholderMapping.Title 7MIOPlaceholderMapping.0MIOPlaceholderMapping;2_neep_v2_2 logosMIOPlaceholderMapping.Picture with CaptionMIOPlaceholderMapping.9MIOPlaceholderMapping.Text Placeholder 3MIOPlaceholderMapping.2MIOPlaceholderMapping-NEE ThemeMIOPlaceholderMapping.Picture with CaptionMIOPlaceholderMapping.35MIOPlaceholderMapping.SubtitleMIOPlaceholderMapping.2MIOPlaceholderMapping;neep_v2MIOPlaceholderMapping.Picture with CaptionMIOPlaceholderMapping.9MIOPlaceholderMapping-NEE ThemeMIOPlaceholderMapping.Picture with CaptionMIOPlaceholderMapping.35MIOPlaceholderMapping;neep_v2MIOPlaceholderMapping.Picture with CaptionMIOPlaceholderMapping.9MIOPlaceholderMapping.Picture Placeholder 2MIOPlaceholderMapping.1MIOPlaceholderMapping-NEE ThemeMIOPlaceholderMapping.Picture with CaptionMIOPlaceholderMapping.35MIOPlaceholderMapping.Picture Placeholder 2MIOPlaceholderMapping.1MIOPlaceholderMapping;neep_v2MIOPlaceholderMapping.Picture with CaptionMIOPlaceholderMapping.9MIOPlaceholderMapping.Title 1MIOPlaceholderMapping.0MIOPlaceholderMapping-NEE ThemeMIOPlaceholderMapping.Picture with CaptionMIOPlaceholderMapping.35MIOPlaceholderMapping.Title 7MIOPlaceholderMapping.0MIOPlaceholderMapping;neep_v2MIOPlaceholderMapping.Picture with CaptionMIOPlaceholderMapping.9MIOPlaceholderMapping.Text Placeholder 3MIOPlaceholderMapping.2MIOPlaceholderMapping-NEE ThemeMIOPlaceholderMapping.Picture with CaptionMIOPlaceholderMapping.35MIOPlaceholderMapping.SubtitleMIOPlaceholderMapping.2MIOPlaceholderMapping;7_neep_v2_2 logosMIOPlaceholderMapping.Picture with CaptionMIOPlaceholderMapping.9MIOPlaceholderMapping-NEE ThemeMIOPlaceholderMapping.Picture with CaptionMIOPlaceholderMapping.35MIOPlaceholderMapping;7_neep_v2_2 logosMIOPlaceholderMapping.Picture with CaptionMIOPlaceholderMapping.9MIOPlaceholderMapping.Picture Placeholder 2MIOPlaceholderMapping.1MIOPlaceholderMapping-NEE ThemeMIOPlaceholderMapping.Picture with CaptionMIOPlaceholderMapping.35MIOPlaceholderMapping.Picture Placeholder 2MIOPlaceholderMapping.1MIOPlaceholderMapping;7_neep_v2_2 logosMIOPlaceholderMapping.Picture with CaptionMIOPlaceholderMapping.9MIOPlaceholderMapping.Title 1MIOPlaceholderMapping.0MIOPlaceholderMapping-NEE ThemeMIOPlaceholderMapping.Picture with CaptionMIOPlaceholderMapping.35MIOPlaceholderMapping.Title 7MIOPlaceholderMapping.0MIOPlaceholderMapping;7_neep_v2_2 logosMIOPlaceholderMapping.Picture with CaptionMIOPlaceholderMapping.9MIOPlaceholderMapping.Text Placeholder 3MIOPlaceholderMapping.2MIOPlaceholderMapping-NEE ThemeMIOPlaceholderMapping.Picture with CaptionMIOPlaceholderMapping.35MIOPlaceholderMapping.SubtitleMIOPlaceholderMapping.2MIOPlaceholderMapping;7_neep_v2_2 logosMIOPlaceholderMapping.1_Picture with CaptionMIOPlaceholderMapping.23MIOPlaceholderMapping-NEE ThemeMIOPlaceholderMapping.Picture with CaptionMIOPlaceholderMapping.35MIOPlaceholderMapping;7_neep_v2_2 logosMIOPlaceholderMapping.1_Picture with CaptionMIOPlaceholderMapping.23MIOPlaceholderMapping.Title 1MIOPlaceholderMapping.0MIOPlaceholderMapping-NEE ThemeMIOPlaceholderMapping.Picture with CaptionMIOPlaceholderMapping.35MIOPlaceholderMapping.Title 7MIOPlaceholderMapping.0MIOPlaceholderMapping;7_neep_v2_2 logosMIOPlaceholderMapping.1_Picture with CaptionMIOPlaceholderMapping.23MIOPlaceholderMapping.Text Placeholder 3MIOPlaceholderMapping.10MIOPlaceholderMapping-NEE ThemeMIOPlaceholderMapping.Picture with CaptionMIOPlaceholderMapping.35MIOPlaceholderMapping.SubtitleMIOPlaceholderMapping.2MIOPlaceholderMapping;7_neep_v2_2 logosMIOPlaceholderMapping.1_Picture with CaptionMIOPlaceholderMapping.23MIOPlaceholderMapping.Picture Placeholder 2MIOPlaceholderMapping.1MIOPlaceholderMapping-NEE ThemeMIOPlaceholderMapping.Picture with CaptionMIOPlaceholderMapping.35MIOPlaceholderMapping.Picture Placeholder 2MIOPlaceholderMapping.1MIOPlaceholderMapping;7_neep_v2_2 logosMIOPlaceholderMapping.1_Picture with CaptionMIOPlaceholderMapping.23MIOPlaceholderMapping.Text Placeholder 7MIOPlaceholderMapping.11MIOPlaceholderMapping-NEE ThemeMIOPlaceholderMapping.Picture with CaptionMIOPlaceholderMapping.35MIOPlaceholderMapping.Source PlaceholderMIOPlaceholderMapping.17MIOPlaceholderMapping;NextEra Energy BlueMIOPlaceholderMapping.Full Screen ImageMIOPlaceholderMapping.8MIOPlaceholderMapping.PictureMIOPlaceholderMapping.11MIOPlaceholderMapping-NEE ThemeMIOPlaceholderMapping.Picture with CaptionMIOPlaceholderMapping.35MIOPlaceholderMapping.Picture Placeholder 2MIOPlaceholderMapping.1MIOPlaceholderMapping;8_neep_v2_2 logosMIOPlaceholderMapping.Picture with CaptionMIOPlaceholderMapping.9MIOPlaceholderMapping-NEE ThemeMIOPlaceholderMapping.Picture with CaptionMIOPlaceholderMapping.35MIOPlaceholderMapping;8_neep_v2_2 logosMIOPlaceholderMapping.Picture with CaptionMIOPlaceholderMapping.9MIOPlaceholderMapping.Picture Placeholder 2MIOPlaceholderMapping.1MIOPlaceholderMapping-NEE ThemeMIOPlaceholderMapping.Picture with CaptionMIOPlaceholderMapping.35MIOPlaceholderMapping.Picture Placeholder 2MIOPlaceholderMapping.1MIOPlaceholderMapping;8_neep_v2_2 logosMIOPlaceholderMapping.Picture with CaptionMIOPlaceholderMapping.9MIOPlaceholderMapping.Title 1MIOPlaceholderMapping.0MIOPlaceholderMapping-NEE ThemeMIOPlaceholderMapping.Picture with CaptionMIOPlaceholderMapping.35MIOPlaceholderMapping.Title 7MIOPlaceholderMapping.0MIOPlaceholderMapping;8_neep_v2_2 logosMIOPlaceholderMapping.Picture with CaptionMIOPlaceholderMapping.9MIOPlaceholderMapping.Text Placeholder 3MIOPlaceholderMapping.2MIOPlaceholderMapping-NEE ThemeMIOPlaceholderMapping.Picture with CaptionMIOPlaceholderMapping.35MIOPlaceholderMapping.SubtitleMIOPlaceholderMapping.2MIOPlaceholderMapping;8_neep_v2_2 logosMIOPlaceholderMapping.1_Picture with CaptionMIOPlaceholderMapping.23MIOPlaceholderMapping-NEE ThemeMIOPlaceholderMapping.Picture with CaptionMIOPlaceholderMapping.35MIOPlaceholderMapping;8_neep_v2_2 logosMIOPlaceholderMapping.1_Picture with CaptionMIOPlaceholderMapping.23MIOPlaceholderMapping.Text Placeholder 3MIOPlaceholderMapping.10MIOPlaceholderMapping-NEE ThemeMIOPlaceholderMapping.Picture with CaptionMIOPlaceholderMapping.35MIOPlaceholderMapping.Title 7MIOPlaceholderMapping.0MIOPlaceholderMapping;8_neep_v2_2 logosMIOPlaceholderMapping.1_Picture with CaptionMIOPlaceholderMapping.23MIOPlaceholderMapping.Title 1MIOPlaceholderMapping.0MIOPlaceholderMapping-NEE ThemeMIOPlaceholderMapping.Picture with CaptionMIOPlaceholderMapping.35MIOPlaceholderMapping.SubtitleMIOPlaceholderMapping.2MIOPlaceholderMapping;8_neep_v2_2 logosMIOPlaceholderMapping.1_Picture with CaptionMIOPlaceholderMapping.23MIOPlaceholderMapping.Picture Placeholder 2MIOPlaceholderMapping.1MIOPlaceholderMapping-NEE ThemeMIOPlaceholderMapping.Picture with CaptionMIOPlaceholderMapping.35MIOPlaceholderMapping.Picture Placeholder 2MIOPlaceholderMapping.1MIOPlaceholderMapping;8_neep_v2_2 logosMIOPlaceholderMapping.1_Picture with CaptionMIOPlaceholderMapping.23MIOPlaceholderMapping.Text Placeholder 7MIOPlaceholderMapping.11MIOPlaceholderMapping-NEE ThemeMIOPlaceholderMapping.Picture with CaptionMIOPlaceholderMapping.35MIOPlaceholderMapping.Source PlaceholderMIOPlaceholderMapping.17MIOPlaceholderMapping;9_neep_v2_2 logosMIOPlaceholderMapping.Picture with CaptionMIOPlaceholderMapping.9MIOPlaceholderMapping-NEE ThemeMIOPlaceholderMapping.Picture with CaptionMIOPlaceholderMapping.35MIOPlaceholderMapping;9_neep_v2_2 logosMIOPlaceholderMapping.Picture with CaptionMIOPlaceholderMapping.9MIOPlaceholderMapping.Picture Placeholder 2MIOPlaceholderMapping.1MIOPlaceholderMapping-NEE ThemeMIOPlaceholderMapping.Picture with CaptionMIOPlaceholderMapping.35MIOPlaceholderMapping.Picture Placeholder 2MIOPlaceholderMapping.1MIOPlaceholderMapping;9_neep_v2_2 logosMIOPlaceholderMapping.Picture with CaptionMIOPlaceholderMapping.9MIOPlaceholderMapping.Title 1MIOPlaceholderMapping.0MIOPlaceholderMapping-NEE ThemeMIOPlaceholderMapping.Picture with CaptionMIOPlaceholderMapping.35MIOPlaceholderMapping.Title 7MIOPlaceholderMapping.0MIOPlaceholderMapping;9_neep_v2_2 logosMIOPlaceholderMapping.Picture with CaptionMIOPlaceholderMapping.9MIOPlaceholderMapping.Text Placeholder 3MIOPlaceholderMapping.2MIOPlaceholderMapping-NEE ThemeMIOPlaceholderMapping.Picture with CaptionMIOPlaceholderMapping.35MIOPlaceholderMapping.SubtitleMIOPlaceholderMapping.2MIOPlaceholderMapping;9_neep_v2_2 logosMIOPlaceholderMapping.1_Picture with CaptionMIOPlaceholderMapping.23MIOPlaceholderMapping-NEE ThemeMIOPlaceholderMapping.Picture with CaptionMIOPlaceholderMapping.35MIOPlaceholderMapping;9_neep_v2_2 logosMIOPlaceholderMapping.1_Picture with CaptionMIOPlaceholderMapping.23MIOPlaceholderMapping.Text Placeholder 3MIOPlaceholderMapping.10MIOPlaceholderMapping-NEE ThemeMIOPlaceholderMapping.Picture with CaptionMIOPlaceholderMapping.35MIOPlaceholderMapping.Title 7MIOPlaceholderMapping.0MIOPlaceholderMapping;9_neep_v2_2 logosMIOPlaceholderMapping.1_Picture with CaptionMIOPlaceholderMapping.23MIOPlaceholderMapping.Title 1MIOPlaceholderMapping.0MIOPlaceholderMapping-NEE ThemeMIOPlaceholderMapping.Picture with CaptionMIOPlaceholderMapping.35MIOPlaceholderMapping.SubtitleMIOPlaceholderMapping.2MIOPlaceholderMapping;9_neep_v2_2 logosMIOPlaceholderMapping.1_Picture with CaptionMIOPlaceholderMapping.23MIOPlaceholderMapping.Picture Placeholder 2MIOPlaceholderMapping.1MIOPlaceholderMapping-NEE ThemeMIOPlaceholderMapping.Picture with CaptionMIOPlaceholderMapping.35MIOPlaceholderMapping.Picture Placeholder 2MIOPlaceholderMapping.1MIOPlaceholderMapping;9_neep_v2_2 logosMIOPlaceholderMapping.1_Picture with CaptionMIOPlaceholderMapping.23MIOPlaceholderMapping.Text Placeholder 7MIOPlaceholderMapping.11MIOPlaceholderMapping-NEE ThemeMIOPlaceholderMapping.Picture with CaptionMIOPlaceholderMapping.35MIOPlaceholderMapping.Source PlaceholderMIOPlaceholderMapping.17MIOPlaceholderMapping;1_NextEra Energy BlueMIOPlaceholderMapping.BlankMIOPlaceholderMapping.7MIOPlaceholderMapping-NEE ThemeMIOPlaceholderMapping.Picture with CaptionMIOPlaceholderMapping.35MIOPlaceholderMapping;1_NextEra Energy BlueMIOPlaceholderMapping.Full Screen ImageMIOPlaceholderMapping.8MIOPlaceholderMapping.PictureMIOPlaceholderMapping.11MIOPlaceholderMapping-NEE ThemeMIOPlaceholderMapping.Picture with CaptionMIOPlaceholderMapping.35MIOPlaceholderMapping.Picture Placeholder 2MIOPlaceholderMapping.1MIOPlaceholderMapping;NextEra Energy WhiteMIOPlaceholderMapping.Full Screen ImageMIOPlaceholderMapping.22MIOPlaceholderMapping-NEE ThemeMIOPlaceholderMapping.Picture with CaptionMIOPlaceholderMapping.35MIOPlaceholderMapping;NextEra Energy WhiteMIOPlaceholderMapping.Full Screen ImageMIOPlaceholderMapping.22MIOPlaceholderMapping.PictureMIOPlaceholderMapping.11MIOPlaceholderMapping-NEE ThemeMIOPlaceholderMapping.Picture with CaptionMIOPlaceholderMapping.35MIOPlaceholderMapping.Picture Placeholder 2MIOPlaceholderMapping.1MIOPlaceholderMapping;1_NextEra Energy WhiteMIOPlaceholderMapping.BlankMIOPlaceholderMapping.21MIOPlaceholderMapping-NEE ThemeMIOPlaceholderMapping.Picture with CaptionMIOPlaceholderMapping.35MIOPlaceholderMapping;1_NextEra Energy WhiteMIOPlaceholderMapping.Full Screen ImageMIOPlaceholderMapping.22MIOPlaceholderMapping.PictureMIOPlaceholderMapping.11MIOPlaceholderMapping-NEE ThemeMIOPlaceholderMapping.Picture with CaptionMIOPlaceholderMapping.35MIOPlaceholderMapping.Picture Placeholder 2MIOPlaceholderMapping.1MIOPlaceholderMapping;3_NextEra Energy WhiteMIOPlaceholderMapping.Full Screen ImageMIOPlaceholderMapping.22MIOPlaceholderMapping-NEE ThemeMIOPlaceholderMapping.Picture with CaptionMIOPlaceholderMapping.35MIOPlaceholderMapping;3_NextEra Energy WhiteMIOPlaceholderMapping.Full Screen ImageMIOPlaceholderMapping.22MIOPlaceholderMapping.PictureMIOPlaceholderMapping.11MIOPlaceholderMapping-NEE ThemeMIOPlaceholderMapping.Picture with CaptionMIOPlaceholderMapping.35MIOPlaceholderMapping.Picture Placeholder 2MIOPlaceholderMapping.1MIOPlaceholderMapping;2_NextEra Energy WhiteMIOPlaceholderMapping.BlankMIOPlaceholderMapping.21MIOPlaceholderMapping-NEE ThemeMIOPlaceholderMapping.Picture with CaptionMIOPlaceholderMapping.35MIOPlaceholderMapping;2_NextEra Energy WhiteMIOPlaceholderMapping.Full Screen ImageMIOPlaceholderMapping.22MIOPlaceholderMapping.PictureMIOPlaceholderMapping.11MIOPlaceholderMapping-NEE ThemeMIOPlaceholderMapping.Picture with CaptionMIOPlaceholderMapping.35MIOPlaceholderMapping.Picture Placeholder 2MIOPlaceholderMapping.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Appendix or New SectionMIOPlaceholderMapping.23MIOPlaceholderMapping.AppendixMIOPlaceholderMapping.0MIOPlaceholderMapping-NEE ThemeMIOPlaceholderMapping.Quote SlideMIOPlaceholderMapping.37MIOPlaceholderMapping.Text Placeholder 24MIOPlaceholderMapping.13MIOPlaceholderMapping;2_empower_Internal_4x3MIOPlaceholderMapping.Appendix or New SectionMIOPlaceholderMapping.21MIOPlaceholderMapping.AppendixMIOPlaceholderMapping.0MIOPlaceholderMapping-NEE ThemeMIOPlaceholderMapping.Quote SlideMIOPlaceholderMapping.37MIOPlaceholderMapping.Text Placeholder 24MIOPlaceholderMapping.13MIOPlaceholderMapping;empower_Internal_4x3MIOPlaceholderMapping.Appendix or New SectionMIOPlaceholderMapping.21MIOPlaceholderMapping.AppendixMIOPlaceholderMapping.0MIOPlaceholderMapping-NEE ThemeMIOPlaceholderMapping.Quote SlideMIOPlaceholderMapping.37MIOPlaceholderMapping.Text Placeholder 24MIOPlaceholderMapping.13MIOPlaceholderMapping;1_empower_Internal_4x3MIOPlaceholderMapping.Appendix or New SectionMIOPlaceholderMapping.21MIOPlaceholderMapping.AppendixMIOPlaceholderMapping.0MIOPlaceholderMapping-NEE ThemeMIOPlaceholderMapping.Quote SlideMIOPlaceholderMapping.37MIOPlaceholderMapping.Text Placeholder 24MIOPlaceholderMapping.13MIOPlaceholderMapping;NextEra Energy WhiteMIOPlaceholderMapping.ParagraphMIOPlaceholderMapping.3MIOPlaceholderMapping-NEE ThemeMIOPlaceholderMapping.Quote SlideMIOPlaceholderMapping.37MIOPlaceholderMapping;NextEra Energy WhiteMIOPlaceholderMapping.ParagraphMIOPlaceholderMapping.3MIOPlaceholderMapping.TitleMIOPlaceholderMapping.0MIOPlaceholderMapping-NEE ThemeMIOPlaceholderMapping.Quote SlideMIOPlaceholderMapping.37MIOPlaceholderMapping.Text Placeholder 24MIOPlaceholderMapping.13MIOPlaceholderMapping;1_NextEra Energy WhiteMIOPlaceholderMapping.ParagraphMIOPlaceholderMapping.3MIOPlaceholderMapping-NEE ThemeMIOPlaceholderMapping.Quote SlideMIOPlaceholderMapping.37MIOPlaceholderMapping;1_NextEra Energy WhiteMIOPlaceholderMapping.ParagraphMIOPlaceholderMapping.3MIOPlaceholderMapping.TitleMIOPlaceholderMapping.0MIOPlaceholderMapping-NEE ThemeMIOPlaceholderMapping.Quote SlideMIOPlaceholderMapping.37MIOPlaceholderMapping.Text Placeholder 24MIOPlaceholderMapping.13MIOPlaceholderMapping;3_NextEra Energy WhiteMIOPlaceholderMapping.ParagraphMIOPlaceholderMapping.3MIOPlaceholderMapping-NEE ThemeMIOPlaceholderMapping.Quote SlideMIOPlaceholderMapping.37MIOPlaceholderMapping;3_NextEra Energy WhiteMIOPlaceholderMapping.ParagraphMIOPlaceholderMapping.3MIOPlaceholderMapping.TitleMIOPlaceholderMapping.0MIOPlaceholderMapping-NEE ThemeMIOPlaceholderMapping.Quote SlideMIOPlaceholderMapping.37MIOPlaceholderMapping.Text Placeholder 24MIOPlaceholderMapping.13MIOPlaceholderMapping;2_NextEra Energy WhiteMIOPlaceholderMapping.ParagraphMIOPlaceholderMapping.3MIOPlaceholderMapping-NEE ThemeMIOPlaceholderMapping.Quote SlideMIOPlaceholderMapping.37MIOPlaceholderMapping;2_NextEra Energy WhiteMIOPlaceholderMapping.ParagraphMIOPlaceholderMapping.3MIOPlaceholderMapping.TitleMIOPlaceholderMapping.0MIOPlaceholderMapping-NEE ThemeMIOPlaceholderMapping.Quote SlideMIOPlaceholderMapping.37MIOPlaceholderMapping.Text Placeholder 24MIOPlaceholderMapping.1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empower_Internal_4x3MIOPlaceholderMapping.Text: Executive SummaryMIOPlaceholderMapping.24MIOPlaceholderMapping-NEE ThemeMIOPlaceholderMapping.Title and ContentMIOPlaceholderMapping.40MIOPlaceholderMapping;2_empower_Internal_4x3MIOPlaceholderMapping.Text: Executive SummaryMIOPlaceholderMapping.24MIOPlaceholderMapping.TitleMIOPlaceholderMapping.10MIOPlaceholderMapping-NEE ThemeMIOPlaceholderMapping.Title and ContentMIOPlaceholderMapping.40MIOPlaceholderMapping.Title 1MIOPlaceholderMapping.0MIOPlaceholderMapping;2_empower_Internal_4x3MIOPlaceholderMapping.Text: Executive SummaryMIOPlaceholderMapping.24MIOPlaceholderMapping.BodyMIOPlaceholderMapping.14MIOPlaceholderMapping-NEE ThemeMIOPlaceholderMapping.Title and ContentMIOPlaceholderMapping.40MIOPlaceholderMapping.Content Placeholder 6MIOPlaceholderMapping.13MIOPlaceholderMapping;FPL 4x3MIOPlaceholderMapping.Title and ContentMIOPlaceholderMapping.58MIOPlaceholderMapping-NEE ThemeMIOPlaceholderMapping.Title and ContentMIOPlaceholderMapping.40MIOPlaceholderMapping;FPL 4x3MIOPlaceholderMapping.Title and ContentMIOPlaceholderMapping.58MIOPlaceholderMapping.Title 1MIOPlaceholderMapping.0MIOPlaceholderMapping-NEE ThemeMIOPlaceholderMapping.Title and ContentMIOPlaceholderMapping.40MIOPlaceholderMapping.Title 1MIOPlaceholderMapping.0MIOPlaceholderMapping;FPL 4x3MIOPlaceholderMapping.Title and ContentMIOPlaceholderMapping.58MIOPlaceholderMapping.Content Placeholder 2MIOPlaceholderMapping.1MIOPlaceholderMapping-NEE ThemeMIOPlaceholderMapping.Title and ContentMIOPlaceholderMapping.40MIOPlaceholderMapping.Content Placeholder 6MIOPlaceholderMapping.13MIOPlaceholderMapping;NextEra Energy WhiteMIOPlaceholderMapping.1 ContentMIOPlaceholderMapping.24MIOPlaceholderMapping-NEE ThemeMIOPlaceholderMapping.Title and ContentMIOPlaceholderMapping.40MIOPlaceholderMapping;NextEra Energy WhiteMIOPlaceholderMapping.1 ContentMIOPlaceholderMapping.24MIOPlaceholderMapping.Google Shape;26;p22MIOPlaceholderMapping.0MIOPlaceholderMapping-NEE ThemeMIOPlaceholderMapping.Title and ContentMIOPlaceholderMapping.40MIOPlaceholderMapping.Title 1MIOPlaceholderMapping.0MIOPlaceholderMapping;NextEra Energy WhiteMIOPlaceholderMapping.1 ContentMIOPlaceholderMapping.24MIOPlaceholderMapping.Google Shape;25;p22MIOPlaceholderMapping.1MIOPlaceholderMapping-NEE ThemeMIOPlaceholderMapping.Title and ContentMIOPlaceholderMapping.40MIOPlaceholderMapping.Content Placeholder 6MIOPlaceholderMapping.13MIOPlaceholderMapping;1_NextEra Energy WhiteMIOPlaceholderMapping.1 ContentMIOPlaceholderMapping.4MIOPlaceholderMapping-NEE ThemeMIOPlaceholderMapping.Title and ContentMIOPlaceholderMapping.40MIOPlaceholderMapping;1_NextEra Energy WhiteMIOPlaceholderMapping.1 ContentMIOPlaceholderMapping.4MIOPlaceholderMapping.TitleMIOPlaceholderMapping.0MIOPlaceholderMapping-NEE ThemeMIOPlaceholderMapping.Title and ContentMIOPlaceholderMapping.40MIOPlaceholderMapping.Title 1MIOPlaceholderMapping.0MIOPlaceholderMapping;1_NextEra Energy WhiteMIOPlaceholderMapping.1 ContentMIOPlaceholderMapping.4MIOPlaceholderMapping.BodyMIOPlaceholderMapping.16MIOPlaceholderMapping-NEE ThemeMIOPlaceholderMapping.Title and ContentMIOPlaceholderMapping.40MIOPlaceholderMapping.Content Placeholder 6MIOPlaceholderMapping.13MIOPlaceholderMapping;1_NextEra Energy WhiteMIOPlaceholderMapping.Text: Executive SummaryMIOPlaceholderMapping.18MIOPlaceholderMapping-NEE ThemeMIOPlaceholderMapping.Title and ContentMIOPlaceholderMapping.40MIOPlaceholderMapping;1_NextEra Energy WhiteMIOPlaceholderMapping.Text: Executive SummaryMIOPlaceholderMapping.18MIOPlaceholderMapping.TitleMIOPlaceholderMapping.0MIOPlaceholderMapping-NEE ThemeMIOPlaceholderMapping.Title and ContentMIOPlaceholderMapping.40MIOPlaceholderMapping.Title 1MIOPlaceholderMapping.0MIOPlaceholderMapping;1_NextEra Energy WhiteMIOPlaceholderMapping.Text: Executive SummaryMIOPlaceholderMapping.18MIOPlaceholderMapping.BodyMIOPlaceholderMapping.10MIOPlaceholderMapping-NEE ThemeMIOPlaceholderMapping.Title and ContentMIOPlaceholderMapping.40MIOPlaceholderMapping.Content Placeholder 6MIOPlaceholderMapping.13MIOPlaceholderMapping;1_NextEra Energy WhiteMIOPlaceholderMapping.Agenda or Arrow ListMIOPlaceholderMapping.19MIOPlaceholderMapping-NEE ThemeMIOPlaceholderMapping.Title and ContentMIOPlaceholderMapping.40MIOPlaceholderMapping;1_NextEra Energy WhiteMIOPlaceholderMapping.Agenda or Arrow ListMIOPlaceholderMapping.19MIOPlaceholderMapping.TitleMIOPlaceholderMapping.0MIOPlaceholderMapping-NEE ThemeMIOPlaceholderMapping.Title and ContentMIOPlaceholderMapping.40MIOPlaceholderMapping.Title 1MIOPlaceholderMapping.0MIOPlaceholderMapping;1_NextEra Energy WhiteMIOPlaceholderMapping.Agenda or Arrow ListMIOPlaceholderMapping.19MIOPlaceholderMapping.BodyMIOPlaceholderMapping.13MIOPlaceholderMapping-NEE ThemeMIOPlaceholderMapping.Title and ContentMIOPlaceholderMapping.40MIOPlaceholderMapping.Content Placeholder 6MIOPlaceholderMapping.13MIOPlaceholderMapping;1_NextEra Energy WhiteMIOPlaceholderMapping.1_Title and ContentMIOPlaceholderMapping.26MIOPlaceholderMapping-NEE ThemeMIOPlaceholderMapping.Title and ContentMIOPlaceholderMapping.40MIOPlaceholderMapping;1_NextEra Energy WhiteMIOPlaceholderMapping.1_Title and ContentMIOPlaceholderMapping.26MIOPlaceholderMapping.Title 1MIOPlaceholderMapping.0MIOPlaceholderMapping-NEE ThemeMIOPlaceholderMapping.Title and ContentMIOPlaceholderMapping.40MIOPlaceholderMapping.Title 1MIOPlaceholderMapping.0MIOPlaceholderMapping;1_NextEra Energy WhiteMIOPlaceholderMapping.1_Title and ContentMIOPlaceholderMapping.26MIOPlaceholderMapping.Content Placeholder 7MIOPlaceholderMapping.10MIOPlaceholderMapping-NEE ThemeMIOPlaceholderMapping.Title and ContentMIOPlaceholderMapping.40MIOPlaceholderMapping.Content Placeholder 6MIOPlaceholderMapping.13MIOPlaceholderMapping;1_NextEra Energy WhiteMIOPlaceholderMapping.Title and ContentMIOPlaceholderMapping.28MIOPlaceholderMapping-NEE ThemeMIOPlaceholderMapping.Title and ContentMIOPlaceholderMapping.40MIOPlaceholderMapping;1_NextEra Energy WhiteMIOPlaceholderMapping.Title and ContentMIOPlaceholderMapping.28MIOPlaceholderMapping.Title 1MIOPlaceholderMapping.0MIOPlaceholderMapping-NEE ThemeMIOPlaceholderMapping.Title and ContentMIOPlaceholderMapping.40MIOPlaceholderMapping.Title 1MIOPlaceholderMapping.0MIOPlaceholderMapping;1_NextEra Energy WhiteMIOPlaceholderMapping.Title and ContentMIOPlaceholderMapping.28MIOPlaceholderMapping.Content Placeholder 2MIOPlaceholderMapping.1MIOPlaceholderMapping-NEE ThemeMIOPlaceholderMapping.Title and ContentMIOPlaceholderMapping.40MIOPlaceholderMapping.Content Placeholder 6MIOPlaceholderMapping.13MIOPlaceholderMapping;1_NextEra Energy WhiteMIOPlaceholderMapping.Agenda or Arrow ListMIOPlaceholderMapping.29MIOPlaceholderMapping-NEE ThemeMIOPlaceholderMapping.Title and ContentMIOPlaceholderMapping.40MIOPlaceholderMapping;1_NextEra Energy WhiteMIOPlaceholderMapping.Agenda or Arrow ListMIOPlaceholderMapping.29MIOPlaceholderMapping.Google Shape;123;p21MIOPlaceholderMapping.0MIOPlaceholderMapping-NEE ThemeMIOPlaceholderMapping.Title and ContentMIOPlaceholderMapping.40MIOPlaceholderMapping.Title 1MIOPlaceholderMapping.0MIOPlaceholderMapping;1_NextEra Energy WhiteMIOPlaceholderMapping.Agenda or Arrow ListMIOPlaceholderMapping.29MIOPlaceholderMapping.Google Shape;122;p21MIOPlaceholderMapping.1MIOPlaceholderMapping-NEE ThemeMIOPlaceholderMapping.Title and ContentMIOPlaceholderMapping.40MIOPlaceholderMapping.Content Placeholder 6MIOPlaceholderMapping.13MIOPlaceholderMapping;1_NextEra Energy WhiteMIOPlaceholderMapping.1 ContentMIOPlaceholderMapping.30MIOPlaceholderMapping-NEE ThemeMIOPlaceholderMapping.Title and ContentMIOPlaceholderMapping.40MIOPlaceholderMapping;1_NextEra Energy WhiteMIOPlaceholderMapping.1 ContentMIOPlaceholderMapping.30MIOPlaceholderMapping.Google Shape;26;p22MIOPlaceholderMapping.0MIOPlaceholderMapping-NEE ThemeMIOPlaceholderMapping.Title and ContentMIOPlaceholderMapping.40MIOPlaceholderMapping.Title 1MIOPlaceholderMapping.0MIOPlaceholderMapping;1_NextEra Energy WhiteMIOPlaceholderMapping.1 ContentMIOPlaceholderMapping.30MIOPlaceholderMapping.Google Shape;25;p22MIOPlaceholderMapping.1MIOPlaceholderMapping-NEE ThemeMIOPlaceholderMapping.Title and ContentMIOPlaceholderMapping.40MIOPlaceholderMapping.Content Placeholder 6MIOPlaceholderMapping.13MIOPlaceholderMapping;3_NextEra Energy WhiteMIOPlaceholderMapping.1 ContentMIOPlaceholderMapping.4MIOPlaceholderMapping-NEE ThemeMIOPlaceholderMapping.Title and ContentMIOPlaceholderMapping.40MIOPlaceholderMapping;3_NextEra Energy WhiteMIOPlaceholderMapping.1 ContentMIOPlaceholderMapping.4MIOPlaceholderMapping.TitleMIOPlaceholderMapping.0MIOPlaceholderMapping-NEE ThemeMIOPlaceholderMapping.Title and ContentMIOPlaceholderMapping.40MIOPlaceholderMapping.Title 1MIOPlaceholderMapping.0MIOPlaceholderMapping;3_NextEra Energy WhiteMIOPlaceholderMapping.1 ContentMIOPlaceholderMapping.4MIOPlaceholderMapping.BodyMIOPlaceholderMapping.16MIOPlaceholderMapping-NEE ThemeMIOPlaceholderMapping.Title and ContentMIOPlaceholderMapping.40MIOPlaceholderMapping.Content Placeholder 6MIOPlaceholderMapping.13MIOPlaceholderMapping;3_NextEra Energy WhiteMIOPlaceholderMapping.Text: Executive SummaryMIOPlaceholderMapping.18MIOPlaceholderMapping-NEE ThemeMIOPlaceholderMapping.Title and ContentMIOPlaceholderMapping.40MIOPlaceholderMapping;3_NextEra Energy WhiteMIOPlaceholderMapping.Text: Executive SummaryMIOPlaceholderMapping.18MIOPlaceholderMapping.TitleMIOPlaceholderMapping.0MIOPlaceholderMapping-NEE ThemeMIOPlaceholderMapping.Title and ContentMIOPlaceholderMapping.40MIOPlaceholderMapping.Title 1MIOPlaceholderMapping.0MIOPlaceholderMapping;3_NextEra Energy WhiteMIOPlaceholderMapping.Text: Executive SummaryMIOPlaceholderMapping.18MIOPlaceholderMapping.BodyMIOPlaceholderMapping.10MIOPlaceholderMapping-NEE ThemeMIOPlaceholderMapping.Title and ContentMIOPlaceholderMapping.40MIOPlaceholderMapping.Content Placeholder 6MIOPlaceholderMapping.13MIOPlaceholderMapping;3_NextEra Energy WhiteMIOPlaceholderMapping.Agenda or Arrow ListMIOPlaceholderMapping.19MIOPlaceholderMapping-NEE ThemeMIOPlaceholderMapping.Title and ContentMIOPlaceholderMapping.40MIOPlaceholderMapping;3_NextEra Energy WhiteMIOPlaceholderMapping.Agenda or Arrow ListMIOPlaceholderMapping.19MIOPlaceholderMapping.TitleMIOPlaceholderMapping.0MIOPlaceholderMapping-NEE ThemeMIOPlaceholderMapping.Title and ContentMIOPlaceholderMapping.40MIOPlaceholderMapping.Title 1MIOPlaceholderMapping.0MIOPlaceholderMapping;3_NextEra Energy WhiteMIOPlaceholderMapping.Agenda or Arrow ListMIOPlaceholderMapping.19MIOPlaceholderMapping.BodyMIOPlaceholderMapping.13MIOPlaceholderMapping-NEE ThemeMIOPlaceholderMapping.Title and ContentMIOPlaceholderMapping.40MIOPlaceholderMapping.Content Placeholder 6MIOPlaceholderMapping.13MIOPlaceholderMapping;2_NextEra Energy WhiteMIOPlaceholderMapping.1 ContentMIOPlaceholderMapping.4MIOPlaceholderMapping-NEE ThemeMIOPlaceholderMapping.Title and ContentMIOPlaceholderMapping.40MIOPlaceholderMapping;2_NextEra Energy WhiteMIOPlaceholderMapping.1 ContentMIOPlaceholderMapping.4MIOPlaceholderMapping.TitleMIOPlaceholderMapping.0MIOPlaceholderMapping-NEE ThemeMIOPlaceholderMapping.Title and ContentMIOPlaceholderMapping.40MIOPlaceholderMapping.Title 1MIOPlaceholderMapping.0MIOPlaceholderMapping;2_NextEra Energy WhiteMIOPlaceholderMapping.1 ContentMIOPlaceholderMapping.4MIOPlaceholderMapping.BodyMIOPlaceholderMapping.16MIOPlaceholderMapping-NEE ThemeMIOPlaceholderMapping.Title and ContentMIOPlaceholderMapping.40MIOPlaceholderMapping.Content Placeholder 6MIOPlaceholderMapping.13MIOPlaceholderMapping;FPL 16x9MIOPlaceholderMapping.Agenda or Arrow ListMIOPlaceholderMapping.19MIOPlaceholderMapping-NEE ThemeMIOPlaceholderMapping.Title and ContentMIOPlaceholderMapping.40MIOPlaceholderMapping;FPL 16x9MIOPlaceholderMapping.Agenda or Arrow ListMIOPlaceholderMapping.19MIOPlaceholderMapping.Title 1MIOPlaceholderMapping.0MIOPlaceholderMapping-NEE ThemeMIOPlaceholderMapping.Title and ContentMIOPlaceholderMapping.40MIOPlaceholderMapping.Title 1MIOPlaceholderMapping.0MIOPlaceholderMapping;FPL 16x9MIOPlaceholderMapping.Agenda or Arrow ListMIOPlaceholderMapping.19MIOPlaceholderMapping.Text Placeholder 2MIOPlaceholderMapping.13MIOPlaceholderMapping-NEE ThemeMIOPlaceholderMapping.Title and ContentMIOPlaceholderMapping.40MIOPlaceholderMapping.Content Placeholder 6MIOPlaceholderMapping.13MIOPlaceholderMapping;FPL 16x9MIOPlaceholderMapping.Text: Executive SummaryMIOPlaceholderMapping.29MIOPlaceholderMapping-NEE ThemeMIOPlaceholderMapping.Title and ContentMIOPlaceholderMapping.40MIOPlaceholderMapping;FPL 16x9MIOPlaceholderMapping.Text: Executive SummaryMIOPlaceholderMapping.29MIOPlaceholderMapping.Text Placeholder 4MIOPlaceholderMapping.10MIOPlaceholderMapping-NEE ThemeMIOPlaceholderMapping.Title and ContentMIOPlaceholderMapping.40MIOPlaceholderMapping.Title 1MIOPlaceholderMapping.0MIOPlaceholderMapping;FPL 16x9MIOPlaceholderMapping.Text: Executive SummaryMIOPlaceholderMapping.29MIOPlaceholderMapping.Text Placeholder 7MIOPlaceholderMapping.14MIOPlaceholderMapping-NEE ThemeMIOPlaceholderMapping.Title and ContentMIOPlaceholderMapping.40MIOPlaceholderMapping.Content Placeholder 6MIOPlaceholderMapping.1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1_Two ContentMIOPlaceholderMapping.16MIOPlaceholderMapping-NEE ThemeMIOPlaceholderMapping.Two ContentMIOPlaceholderMapping.41MIOPlaceholderMapping;2_FPLGROUP_FinalMIOPlaceholderMapping.1_Two ContentMIOPlaceholderMapping.16MIOPlaceholderMapping.Title 4MIOPlaceholderMapping.0MIOPlaceholderMapping-NEE ThemeMIOPlaceholderMapping.Two ContentMIOPlaceholderMapping.41MIOPlaceholderMapping.Title 8MIOPlaceholderMapping.0MIOPlaceholderMapping;2_FPLGROUP_FinalMIOPlaceholderMapping.1_Two ContentMIOPlaceholderMapping.16MIOPlaceholderMapping.Content Placeholder 2MIOPlaceholderMapping.1MIOPlaceholderMapping-NEE ThemeMIOPlaceholderMapping.Two ContentMIOPlaceholderMapping.41MIOPlaceholderMapping.Content Placeholder LeftMIOPlaceholderMapping.13MIOPlaceholderMapping;2_FPLGROUP_FinalMIOPlaceholderMapping.1_Two ContentMIOPlaceholderMapping.16MIOPlaceholderMapping.Content Placeholder 3MIOPlaceholderMapping.2MIOPlaceholderMapping-NEE ThemeMIOPlaceholderMapping.Two ContentMIOPlaceholderMapping.41MIOPlaceholderMapping.Content Placeholder RightMIOPlaceholderMapping.14MIOPlaceholderMapping;neep_v2MIOPlaceholderMapping.Title, Text and ChartMIOPlaceholderMapping.13MIOPlaceholderMapping-NEE ThemeMIOPlaceholderMapping.Two ContentMIOPlaceholderMapping.41MIOPlaceholderMapping;neep_v2MIOPlaceholderMapping.Title, Text and ChartMIOPlaceholderMapping.13MIOPlaceholderMapping.Title 1MIOPlaceholderMapping.0MIOPlaceholderMapping-NEE ThemeMIOPlaceholderMapping.Two ContentMIOPlaceholderMapping.41MIOPlaceholderMapping.Title 8MIOPlaceholderMapping.0MIOPlaceholderMapping;neep_v2MIOPlaceholderMapping.Title, Text and ChartMIOPlaceholderMapping.13MIOPlaceholderMapping.Text Placeholder 2MIOPlaceholderMapping.1MIOPlaceholderMapping-NEE ThemeMIOPlaceholderMapping.Two ContentMIOPlaceholderMapping.41MIOPlaceholderMapping.Content Placeholder LeftMIOPlaceholderMapping.13MIOPlaceholderMapping;neep_v2MIOPlaceholderMapping.Title, Text and ChartMIOPlaceholderMapping.13MIOPlaceholderMapping.Chart Placeholder 3MIOPlaceholderMapping.2MIOPlaceholderMapping-NEE ThemeMIOPlaceholderMapping.Two ContentMIOPlaceholderMapping.41MIOPlaceholderMapping.Content Placeholder RightMIOPlaceholderMapping.14MIOPlaceholderMapping;neep_v2MIOPlaceholderMapping.1_Two ContentMIOPlaceholderMapping.14MIOPlaceholderMapping-NEE ThemeMIOPlaceholderMapping.Two ContentMIOPlaceholderMapping.41MIOPlaceholderMapping;neep_v2MIOPlaceholderMapping.1_Two ContentMIOPlaceholderMapping.14MIOPlaceholderMapping.Title 4MIOPlaceholderMapping.0MIOPlaceholderMapping-NEE ThemeMIOPlaceholderMapping.Two ContentMIOPlaceholderMapping.41MIOPlaceholderMapping.Title 8MIOPlaceholderMapping.0MIOPlaceholderMapping;neep_v2MIOPlaceholderMapping.1_Two ContentMIOPlaceholderMapping.14MIOPlaceholderMapping.Content Placeholder 2MIOPlaceholderMapping.1MIOPlaceholderMapping-NEE ThemeMIOPlaceholderMapping.Two ContentMIOPlaceholderMapping.41MIOPlaceholderMapping.Content Placeholder LeftMIOPlaceholderMapping.13MIOPlaceholderMapping;neep_v2MIOPlaceholderMapping.1_Two ContentMIOPlaceholderMapping.14MIOPlaceholderMapping.Content Placeholder 3MIOPlaceholderMapping.2MIOPlaceholderMapping-NEE ThemeMIOPlaceholderMapping.Two ContentMIOPlaceholderMapping.41MIOPlaceholderMapping.Content Placeholder RightMIOPlaceholderMapping.14MIOPlaceholderMapping;7_neep_v2_2 logosMIOPlaceholderMapping.Title, Text and Clip ArtMIOPlaceholderMapping.12MIOPlaceholderMapping-NEE ThemeMIOPlaceholderMapping.Two ContentMIOPlaceholderMapping.41MIOPlaceholderMapping;7_neep_v2_2 logosMIOPlaceholderMapping.Title, Text and ChartMIOPlaceholderMapping.13MIOPlaceholderMapping-NEE ThemeMIOPlaceholderMapping.Two ContentMIOPlaceholderMapping.41MIOPlaceholderMapping;7_neep_v2_2 logosMIOPlaceholderMapping.1_Title, Text and Clip ArtMIOPlaceholderMapping.24MIOPlaceholderMapping-NEE ThemeMIOPlaceholderMapping.Two ContentMIOPlaceholderMapping.41MIOPlaceholderMapping;7_neep_v2_2 logosMIOPlaceholderMapping.1_Title, Text and Clip ArtMIOPlaceholderMapping.24MIOPlaceholderMapping.Title 1MIOPlaceholderMapping.0MIOPlaceholderMapping-NEE ThemeMIOPlaceholderMapping.Two ContentMIOPlaceholderMapping.41MIOPlaceholderMapping.Title 8MIOPlaceholderMapping.0MIOPlaceholderMapping;7_neep_v2_2 logosMIOPlaceholderMapping.1_Title, Text and Clip ArtMIOPlaceholderMapping.24MIOPlaceholderMapping.Text Placeholder 2MIOPlaceholderMapping.1MIOPlaceholderMapping-NEE ThemeMIOPlaceholderMapping.Two ContentMIOPlaceholderMapping.41MIOPlaceholderMapping.Content Placeholder LeftMIOPlaceholderMapping.13MIOPlaceholderMapping;7_neep_v2_2 logosMIOPlaceholderMapping.1_Title, Text and Clip ArtMIOPlaceholderMapping.24MIOPlaceholderMapping.ClipArt Placeholder 3MIOPlaceholderMapping.2MIOPlaceholderMapping-NEE ThemeMIOPlaceholderMapping.Two ContentMIOPlaceholderMapping.41MIOPlaceholderMapping.Content Placeholder RightMIOPlaceholderMapping.14MIOPlaceholderMapping;7_neep_v2_2 logosMIOPlaceholderMapping.1_Title, Text and ChartMIOPlaceholderMapping.25MIOPlaceholderMapping-NEE ThemeMIOPlaceholderMapping.Two ContentMIOPlaceholderMapping.41MIOPlaceholderMapping;empower_Internal_4x3MIOPlaceholderMapping.2 ContentMIOPlaceholderMapping.32MIOPlaceholderMapping.Google Shape;36;p15MIOPlaceholderMapping.0MIOPlaceholderMapping-NEE ThemeMIOPlaceholderMapping.Two ContentMIOPlaceholderMapping.41MIOPlaceholderMapping.Title 8MIOPlaceholderMapping.0MIOPlaceholderMapping;empower_Internal_4x3MIOPlaceholderMapping.2 ContentMIOPlaceholderMapping.32MIOPlaceholderMapping.Google Shape;35;p15MIOPlaceholderMapping.2MIOPlaceholderMapping-NEE ThemeMIOPlaceholderMapping.Two ContentMIOPlaceholderMapping.41MIOPlaceholderMapping.Content Placeholder LeftMIOPlaceholderMapping.13MIOPlaceholderMapping;empower_Internal_4x3MIOPlaceholderMapping.2 ContentMIOPlaceholderMapping.32MIOPlaceholderMapping.Google Shape;34;p15MIOPlaceholderMapping.1MIOPlaceholderMapping-NEE ThemeMIOPlaceholderMapping.Two ContentMIOPlaceholderMapping.41MIOPlaceholderMapping.Content Placeholder RightMIOPlaceholderMapping.14MIOPlaceholderMapping;8_neep_v2_2 logosMIOPlaceholderMapping.ComparisonMIOPlaceholderMapping.5MIOPlaceholderMapping-NEE ThemeMIOPlaceholderMapping.Two ContentMIOPlaceholderMapping.41MIOPlaceholderMapping;8_neep_v2_2 logosMIOPlaceholderMapping.ComparisonMIOPlaceholderMapping.5MIOPlaceholderMapping.Title 1MIOPlaceholderMapping.0MIOPlaceholderMapping-NEE ThemeMIOPlaceholderMapping.Two ContentMIOPlaceholderMapping.41MIOPlaceholderMapping.Title 8MIOPlaceholderMapping.0MIOPlaceholderMapping;8_neep_v2_2 logosMIOPlaceholderMapping.Title, Text and Clip ArtMIOPlaceholderMapping.12MIOPlaceholderMapping-NEE ThemeMIOPlaceholderMapping.Two ContentMIOPlaceholderMapping.41MIOPlaceholderMapping;8_neep_v2_2 logosMIOPlaceholderMapping.Title, Text and ChartMIOPlaceholderMapping.13MIOPlaceholderMapping-NEE ThemeMIOPlaceholderMapping.Two ContentMIOPlaceholderMapping.41MIOPlaceholderMapping;8_neep_v2_2 logosMIOPlaceholderMapping.1_Two ContentMIOPlaceholderMapping.15MIOPlaceholderMapping-NEE ThemeMIOPlaceholderMapping.Two ContentMIOPlaceholderMapping.41MIOPlaceholderMapping;8_neep_v2_2 logosMIOPlaceholderMapping.1_Two ContentMIOPlaceholderMapping.15MIOPlaceholderMapping.Title 4MIOPlaceholderMapping.0MIOPlaceholderMapping-NEE ThemeMIOPlaceholderMapping.Two ContentMIOPlaceholderMapping.41MIOPlaceholderMapping.Title 8MIOPlaceholderMapping.0MIOPlaceholderMapping;8_neep_v2_2 logosMIOPlaceholderMapping.1_Two ContentMIOPlaceholderMapping.15MIOPlaceholderMapping.Content Placeholder 2MIOPlaceholderMapping.1MIOPlaceholderMapping-NEE ThemeMIOPlaceholderMapping.Two ContentMIOPlaceholderMapping.41MIOPlaceholderMapping.Content Placeholder LeftMIOPlaceholderMapping.13MIOPlaceholderMapping;8_neep_v2_2 logosMIOPlaceholderMapping.1_Two ContentMIOPlaceholderMapping.15MIOPlaceholderMapping.Content Placeholder 3MIOPlaceholderMapping.2MIOPlaceholderMapping-NEE ThemeMIOPlaceholderMapping.Two ContentMIOPlaceholderMapping.41MIOPlaceholderMapping.Content Placeholder RightMIOPlaceholderMapping.14MIOPlaceholderMapping;8_neep_v2_2 logosMIOPlaceholderMapping.1_Title, Text and Clip ArtMIOPlaceholderMapping.24MIOPlaceholderMapping-NEE ThemeMIOPlaceholderMapping.Two ContentMIOPlaceholderMapping.41MIOPlaceholderMapping;8_neep_v2_2 logosMIOPlaceholderMapping.1_Title, Text and ChartMIOPlaceholderMapping.25MIOPlaceholderMapping-NEE ThemeMIOPlaceholderMapping.Two ContentMIOPlaceholderMapping.41MIOPlaceholderMapping;9_neep_v2_2 logosMIOPlaceholderMapping.Title, Text and Clip ArtMIOPlaceholderMapping.12MIOPlaceholderMapping-NEE ThemeMIOPlaceholderMapping.Two ContentMIOPlaceholderMapping.41MIOPlaceholderMapping;9_neep_v2_2 logosMIOPlaceholderMapping.Title, Text and ChartMIOPlaceholderMapping.13MIOPlaceholderMapping-NEE ThemeMIOPlaceholderMapping.Two ContentMIOPlaceholderMapping.41MIOPlaceholderMapping;9_neep_v2_2 logosMIOPlaceholderMapping.2_Two ContentMIOPlaceholderMapping.18MIOPlaceholderMapping-NEE ThemeMIOPlaceholderMapping.Two ContentMIOPlaceholderMapping.41MIOPlaceholderMapping;9_neep_v2_2 logosMIOPlaceholderMapping.2_Two ContentMIOPlaceholderMapping.18MIOPlaceholderMapping.Title 8MIOPlaceholderMapping.0MIOPlaceholderMapping-NEE ThemeMIOPlaceholderMapping.Two ContentMIOPlaceholderMapping.41MIOPlaceholderMapping.Title 8MIOPlaceholderMapping.0MIOPlaceholderMapping;9_neep_v2_2 logosMIOPlaceholderMapping.2_Two ContentMIOPlaceholderMapping.18MIOPlaceholderMapping.Content Placeholder 2MIOPlaceholderMapping.1MIOPlaceholderMapping-NEE ThemeMIOPlaceholderMapping.Two ContentMIOPlaceholderMapping.41MIOPlaceholderMapping.Content Placeholder LeftMIOPlaceholderMapping.13MIOPlaceholderMapping;9_neep_v2_2 logosMIOPlaceholderMapping.2_Two ContentMIOPlaceholderMapping.18MIOPlaceholderMapping.Content Placeholder 3MIOPlaceholderMapping.2MIOPlaceholderMapping-NEE ThemeMIOPlaceholderMapping.Two ContentMIOPlaceholderMapping.41MIOPlaceholderMapping.Content Placeholder RightMIOPlaceholderMapping.14MIOPlaceholderMapping;9_neep_v2_2 logosMIOPlaceholderMapping.2_Two ContentMIOPlaceholderMapping.18MIOPlaceholderMapping.Text Placeholder 7MIOPlaceholderMapping.11MIOPlaceholderMapping-NEE ThemeMIOPlaceholderMapping.Two ContentMIOPlaceholderMapping.41MIOPlaceholderMapping.Footer Placeholder 5MIOPlaceholderMapping.11MIOPlaceholderMapping;9_neep_v2_2 logosMIOPlaceholderMapping.1_Title, Text and Clip ArtMIOPlaceholderMapping.24MIOPlaceholderMapping-NEE ThemeMIOPlaceholderMapping.Two ContentMIOPlaceholderMapping.41MIOPlaceholderMapping;9_neep_v2_2 logosMIOPlaceholderMapping.1_Title, Text and Clip ArtMIOPlaceholderMapping.24MIOPlaceholderMapping.Title 1MIOPlaceholderMapping.0MIOPlaceholderMapping-NEE ThemeMIOPlaceholderMapping.Two ContentMIOPlaceholderMapping.41MIOPlaceholderMapping.Title 8MIOPlaceholderMapping.0MIOPlaceholderMapping;9_neep_v2_2 logosMIOPlaceholderMapping.1_Title, Text and Clip ArtMIOPlaceholderMapping.24MIOPlaceholderMapping.Text Placeholder 2MIOPlaceholderMapping.1MIOPlaceholderMapping-NEE ThemeMIOPlaceholderMapping.Two ContentMIOPlaceholderMapping.41MIOPlaceholderMapping.Content Placeholder LeftMIOPlaceholderMapping.13MIOPlaceholderMapping;9_neep_v2_2 logosMIOPlaceholderMapping.1_Title, Text and Clip ArtMIOPlaceholderMapping.24MIOPlaceholderMapping.ClipArt Placeholder 3MIOPlaceholderMapping.2MIOPlaceholderMapping-NEE ThemeMIOPlaceholderMapping.Two ContentMIOPlaceholderMapping.41MIOPlaceholderMapping.Content Placeholder RightMIOPlaceholderMapping.14MIOPlaceholderMapping;9_neep_v2_2 logosMIOPlaceholderMapping.1_Title, Text and ChartMIOPlaceholderMapping.25MIOPlaceholderMapping-NEE ThemeMIOPlaceholderMapping.Two ContentMIOPlaceholderMapping.41MIOPlaceholderMapping;9_neep_v2_2 logosMIOPlaceholderMapping.1_Title, Text and ChartMIOPlaceholderMapping.25MIOPlaceholderMapping.Title 1MIOPlaceholderMapping.0MIOPlaceholderMapping-NEE ThemeMIOPlaceholderMapping.Two ContentMIOPlaceholderMapping.41MIOPlaceholderMapping.Title 8MIOPlaceholderMapping.0MIOPlaceholderMapping;9_neep_v2_2 logosMIOPlaceholderMapping.1_Title, Text and ChartMIOPlaceholderMapping.25MIOPlaceholderMapping.Text Placeholder 2MIOPlaceholderMapping.1MIOPlaceholderMapping-NEE ThemeMIOPlaceholderMapping.Two ContentMIOPlaceholderMapping.41MIOPlaceholderMapping.Content Placeholder LeftMIOPlaceholderMapping.13MIOPlaceholderMapping;9_neep_v2_2 logosMIOPlaceholderMapping.1_Title, Text and ChartMIOPlaceholderMapping.25MIOPlaceholderMapping.Chart Placeholder 3MIOPlaceholderMapping.2MIOPlaceholderMapping-NEE ThemeMIOPlaceholderMapping.Two ContentMIOPlaceholderMapping.41MIOPlaceholderMapping.Content Placeholder RightMIOPlaceholderMapping.14MIOPlaceholderMapping;2_empower_Internal_4x3MIOPlaceholderMapping.2 Text or ObjectMIOPlaceholderMapping.7MIOPlaceholderMapping-NEE ThemeMIOPlaceholderMapping.Two ContentMIOPlaceholderMapping.41MIOPlaceholderMapping;2_empower_Internal_4x3MIOPlaceholderMapping.2 Text or ObjectMIOPlaceholderMapping.7MIOPlaceholderMapping.TitleMIOPlaceholderMapping.0MIOPlaceholderMapping-NEE ThemeMIOPlaceholderMapping.Two ContentMIOPlaceholderMapping.41MIOPlaceholderMapping.Title 8MIOPlaceholderMapping.0MIOPlaceholderMapping;2_empower_Internal_4x3MIOPlaceholderMapping.2 Text or ObjectMIOPlaceholderMapping.7MIOPlaceholderMapping.BodyMIOPlaceholderMapping.21MIOPlaceholderMapping-NEE ThemeMIOPlaceholderMapping.Two ContentMIOPlaceholderMapping.41MIOPlaceholderMapping.Content Placeholder LeftMIOPlaceholderMapping.13MIOPlaceholderMapping;2_empower_Internal_4x3MIOPlaceholderMapping.2 Text or ObjectMIOPlaceholderMapping.7MIOPlaceholderMapping.BodyRightMIOPlaceholderMapping.17MIOPlaceholderMapping-NEE ThemeMIOPlaceholderMapping.Two ContentMIOPlaceholderMapping.41MIOPlaceholderMapping.Content Placeholder RightMIOPlaceholderMapping.14MIOPlaceholderMapping;FPL 4x3MIOPlaceholderMapping.Title, Text and Clip ArtMIOPlaceholderMapping.57MIOPlaceholderMapping-NEE ThemeMIOPlaceholderMapping.Two ContentMIOPlaceholderMapping.41MIOPlaceholderMapping;FPL 4x3MIOPlaceholderMapping.Title, Text and Clip ArtMIOPlaceholderMapping.57MIOPlaceholderMapping.Title 1MIOPlaceholderMapping.0MIOPlaceholderMapping-NEE ThemeMIOPlaceholderMapping.Two ContentMIOPlaceholderMapping.41MIOPlaceholderMapping.Title 8MIOPlaceholderMapping.0MIOPlaceholderMapping;FPL 4x3MIOPlaceholderMapping.Title, Text and Clip ArtMIOPlaceholderMapping.57MIOPlaceholderMapping.Text Placeholder 2MIOPlaceholderMapping.1MIOPlaceholderMapping-NEE ThemeMIOPlaceholderMapping.Two ContentMIOPlaceholderMapping.41MIOPlaceholderMapping.Content Placeholder LeftMIOPlaceholderMapping.13MIOPlaceholderMapping;FPL 4x3MIOPlaceholderMapping.Title, Text and Clip ArtMIOPlaceholderMapping.57MIOPlaceholderMapping.Online Image Placeholder 3MIOPlaceholderMapping.2MIOPlaceholderMapping-NEE ThemeMIOPlaceholderMapping.Two ContentMIOPlaceholderMapping.41MIOPlaceholderMapping.Content Placeholder RightMIOPlaceholderMapping.14MIOPlaceholderMapping;1_NextEra Energy WhiteMIOPlaceholderMapping.2 ContentMIOPlaceholderMapping.31MIOPlaceholderMapping-NEE ThemeMIOPlaceholderMapping.Two ContentMIOPlaceholderMapping.41MIOPlaceholderMapping;1_NextEra Energy WhiteMIOPlaceholderMapping.2 ContentMIOPlaceholderMapping.31MIOPlaceholderMapping.Google Shape;30;p23MIOPlaceholderMapping.0MIOPlaceholderMapping-NEE ThemeMIOPlaceholderMapping.Two ContentMIOPlaceholderMapping.41MIOPlaceholderMapping.Title 8MIOPlaceholderMapping.0MIOPlaceholderMapping;1_NextEra Energy WhiteMIOPlaceholderMapping.2 ContentMIOPlaceholderMapping.31MIOPlaceholderMapping.Google Shape;29;p23MIOPlaceholderMapping.2MIOPlaceholderMapping-NEE ThemeMIOPlaceholderMapping.Two ContentMIOPlaceholderMapping.41MIOPlaceholderMapping.Content Placeholder LeftMIOPlaceholderMapping.13MIOPlaceholderMapping;1_NextEra Energy WhiteMIOPlaceholderMapping.2 ContentMIOPlaceholderMapping.31MIOPlaceholderMapping.Google Shape;28;p23MIOPlaceholderMapping.1MIOPlaceholderMapping-NEE ThemeMIOPlaceholderMapping.Two ContentMIOPlaceholderMapping.41MIOPlaceholderMapping.Content Placeholder RightMIOPlaceholderMapping.14MIOPlaceholderMapping;3_NextEra Energy WhiteMIOPlaceholderMapping.2 ContentMIOPlaceholderMapping.7MIOPlaceholderMapping-NEE ThemeMIOPlaceholderMapping.Two ContentMIOPlaceholderMapping.41MIOPlaceholderMapping;3_NextEra Energy WhiteMIOPlaceholderMapping.2 ContentMIOPlaceholderMapping.7MIOPlaceholderMapping.TitleMIOPlaceholderMapping.0MIOPlaceholderMapping-NEE ThemeMIOPlaceholderMapping.Two ContentMIOPlaceholderMapping.41MIOPlaceholderMapping.Title 8MIOPlaceholderMapping.0MIOPlaceholderMapping;3_NextEra Energy WhiteMIOPlaceholderMapping.2 ContentMIOPlaceholderMapping.7MIOPlaceholderMapping.BodyLeftMIOPlaceholderMapping.16MIOPlaceholderMapping-NEE ThemeMIOPlaceholderMapping.Two ContentMIOPlaceholderMapping.41MIOPlaceholderMapping.Content Placeholder LeftMIOPlaceholderMapping.13MIOPlaceholderMapping;3_NextEra Energy WhiteMIOPlaceholderMapping.2 ContentMIOPlaceholderMapping.7MIOPlaceholderMapping.BodyRightMIOPlaceholderMapping.17MIOPlaceholderMapping-NEE ThemeMIOPlaceholderMapping.Two ContentMIOPlaceholderMapping.41MIOPlaceholderMapping.Content Placeholder RightMIOPlaceholderMapping.14MIOPlaceholderMapping;3_NextEra Energy WhiteMIOPlaceholderMapping.Right ContentMIOPlaceholderMapping.8MIOPlaceholderMapping.TitleMIOPlaceholderMapping.0MIOPlaceholderMapping-NEE ThemeMIOPlaceholderMapping.Two ContentMIOPlaceholderMapping.41MIOPlaceholderMapping.Title 8MIOPlaceholderMapping.0MIOPlaceholderMapping;3_NextEra Energy WhiteMIOPlaceholderMapping.Right ContentMIOPlaceholderMapping.8MIOPlaceholderMapping.BodyRightMIOPlaceholderMapping.17MIOPlaceholderMapping-NEE ThemeMIOPlaceholderMapping.Two ContentMIOPlaceholderMapping.41MIOPlaceholderMapping.Content Placeholder RightMIOPlaceholderMapping.14MIOPlaceholderMapping;3_NextEra Energy WhiteMIOPlaceholderMapping.Left Content LayoutMIOPlaceholderMapping.9MIOPlaceholderMapping-NEE ThemeMIOPlaceholderMapping.Two ContentMIOPlaceholderMapping.41MIOPlaceholderMapping;3_NextEra Energy WhiteMIOPlaceholderMapping.Left Content LayoutMIOPlaceholderMapping.9MIOPlaceholderMapping.TitleMIOPlaceholderMapping.0MIOPlaceholderMapping-NEE ThemeMIOPlaceholderMapping.Two ContentMIOPlaceholderMapping.41MIOPlaceholderMapping.Title 8MIOPlaceholderMapping.0MIOPlaceholderMapping;3_NextEra Energy WhiteMIOPlaceholderMapping.Left Content LayoutMIOPlaceholderMapping.9MIOPlaceholderMapping.BodyLeftMIOPlaceholderMapping.16MIOPlaceholderMapping-NEE ThemeMIOPlaceholderMapping.Two ContentMIOPlaceholderMapping.41MIOPlaceholderMapping.Content Placeholder LeftMIOPlaceholderMapping.1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ComparisonMIOPlaceholderMapping.5MIOPlaceholderMapping-NEE ThemeMIOPlaceholderMapping.ComparisonMIOPlaceholderMapping.42MIOPlaceholderMapping;2_FPLGROUP_FinalMIOPlaceholderMapping.ComparisonMIOPlaceholderMapping.5MIOPlaceholderMapping.Title 1MIOPlaceholderMapping.0MIOPlaceholderMapping-NEE ThemeMIOPlaceholderMapping.ComparisonMIOPlaceholderMapping.42MIOPlaceholderMapping.Title 9MIOPlaceholderMapping.0MIOPlaceholderMapping;2_FPLGROUP_Final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2_FPLGROUP_Final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2_FPLGROUP_Final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2_FPLGROUP_Final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2_FPLGROUP_FinalMIOPlaceholderMapping.2 Title, Text or ObjectMIOPlaceholderMapping.17MIOPlaceholderMapping-NEE ThemeMIOPlaceholderMapping.ComparisonMIOPlaceholderMapping.42MIOPlaceholderMapping;2_neep_v2_2 logosMIOPlaceholderMapping.ComparisonMIOPlaceholderMapping.5MIOPlaceholderMapping-NEE ThemeMIOPlaceholderMapping.ComparisonMIOPlaceholderMapping.42MIOPlaceholderMapping;2_neep_v2_2 logosMIOPlaceholderMapping.ComparisonMIOPlaceholderMapping.5MIOPlaceholderMapping.Title 1MIOPlaceholderMapping.0MIOPlaceholderMapping-NEE ThemeMIOPlaceholderMapping.ComparisonMIOPlaceholderMapping.42MIOPlaceholderMapping.Title 9MIOPlaceholderMapping.0MIOPlaceholderMapping;2_neep_v2_2 logos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2_neep_v2_2 logos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2_neep_v2_2 logos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2_neep_v2_2 logos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neep_v2MIOPlaceholderMapping.ComparisonMIOPlaceholderMapping.5MIOPlaceholderMapping-NEE ThemeMIOPlaceholderMapping.ComparisonMIOPlaceholderMapping.42MIOPlaceholderMapping;neep_v2MIOPlaceholderMapping.ComparisonMIOPlaceholderMapping.5MIOPlaceholderMapping.Title 1MIOPlaceholderMapping.0MIOPlaceholderMapping-NEE ThemeMIOPlaceholderMapping.ComparisonMIOPlaceholderMapping.42MIOPlaceholderMapping.Title 9MIOPlaceholderMapping.0MIOPlaceholderMapping;neep_v2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neep_v2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neep_v2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neep_v2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8_blankMIOPlaceholderMapping.ComparisonMIOPlaceholderMapping.4MIOPlaceholderMapping-NEE ThemeMIOPlaceholderMapping.ComparisonMIOPlaceholderMapping.42MIOPlaceholderMapping;8_blankMIOPlaceholderMapping.ComparisonMIOPlaceholderMapping.4MIOPlaceholderMapping.Title 1MIOPlaceholderMapping.0MIOPlaceholderMapping-NEE ThemeMIOPlaceholderMapping.ComparisonMIOPlaceholderMapping.42MIOPlaceholderMapping.Title 9MIOPlaceholderMapping.0MIOPlaceholderMapping;8_blankMIOPlaceholderMapping.ComparisonMIOPlaceholderMapping.4MIOPlaceholderMapping.Text Placeholder 2MIOPlaceholderMapping.1MIOPlaceholderMapping-NEE ThemeMIOPlaceholderMapping.ComparisonMIOPlaceholderMapping.42MIOPlaceholderMapping.Subtitle PlaceholderMIOPlaceholderMapping.20MIOPlaceholderMapping;8_blankMIOPlaceholderMapping.ComparisonMIOPlaceholderMapping.4MIOPlaceholderMapping.Text Placeholder 4MIOPlaceholderMapping.3MIOPlaceholderMapping-NEE ThemeMIOPlaceholderMapping.ComparisonMIOPlaceholderMapping.42MIOPlaceholderMapping.Subtitle PlaceholderMIOPlaceholderMapping.22MIOPlaceholderMapping;8_blankMIOPlaceholderMapping.ComparisonMIOPlaceholderMapping.4MIOPlaceholderMapping.Content Placeholder 3MIOPlaceholderMapping.2MIOPlaceholderMapping-NEE ThemeMIOPlaceholderMapping.ComparisonMIOPlaceholderMapping.42MIOPlaceholderMapping.Content Placeholder 6MIOPlaceholderMapping.13MIOPlaceholderMapping;8_blankMIOPlaceholderMapping.ComparisonMIOPlaceholderMapping.4MIOPlaceholderMapping.Content Placeholder 5MIOPlaceholderMapping.4MIOPlaceholderMapping-NEE ThemeMIOPlaceholderMapping.ComparisonMIOPlaceholderMapping.42MIOPlaceholderMapping.Content Placeholder 6MIOPlaceholderMapping.23MIOPlaceholderMapping;7_neep_v2_2 logosMIOPlaceholderMapping.ComparisonMIOPlaceholderMapping.5MIOPlaceholderMapping-NEE ThemeMIOPlaceholderMapping.ComparisonMIOPlaceholderMapping.42MIOPlaceholderMapping;7_neep_v2_2 logosMIOPlaceholderMapping.ComparisonMIOPlaceholderMapping.5MIOPlaceholderMapping.Title 1MIOPlaceholderMapping.0MIOPlaceholderMapping-NEE ThemeMIOPlaceholderMapping.ComparisonMIOPlaceholderMapping.42MIOPlaceholderMapping.Title 9MIOPlaceholderMapping.0MIOPlaceholderMapping;7_neep_v2_2 logos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7_neep_v2_2 logos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7_neep_v2_2 logos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7_neep_v2_2 logos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7_neep_v2_2 logosMIOPlaceholderMapping.2_Two ContentMIOPlaceholderMapping.18MIOPlaceholderMapping-NEE ThemeMIOPlaceholderMapping.ComparisonMIOPlaceholderMapping.42MIOPlaceholderMapping;7_neep_v2_2 logosMIOPlaceholderMapping.2_Two ContentMIOPlaceholderMapping.18MIOPlaceholderMapping.Title 8MIOPlaceholderMapping.0MIOPlaceholderMapping-NEE ThemeMIOPlaceholderMapping.ComparisonMIOPlaceholderMapping.42MIOPlaceholderMapping.Title 9MIOPlaceholderMapping.0MIOPlaceholderMapping;7_neep_v2_2 logosMIOPlaceholderMapping.2_Two ContentMIOPlaceholderMapping.18MIOPlaceholderMapping.Content Placeholder 2MIOPlaceholderMapping.1MIOPlaceholderMapping-NEE ThemeMIOPlaceholderMapping.ComparisonMIOPlaceholderMapping.42MIOPlaceholderMapping.Content Placeholder 6MIOPlaceholderMapping.13MIOPlaceholderMapping;7_neep_v2_2 logosMIOPlaceholderMapping.2_Two ContentMIOPlaceholderMapping.18MIOPlaceholderMapping.Content Placeholder 3MIOPlaceholderMapping.2MIOPlaceholderMapping-NEE ThemeMIOPlaceholderMapping.ComparisonMIOPlaceholderMapping.42MIOPlaceholderMapping.Content Placeholder 6MIOPlaceholderMapping.23MIOPlaceholderMapping;7_neep_v2_2 logosMIOPlaceholderMapping.2_Two ContentMIOPlaceholderMapping.18MIOPlaceholderMapping.Text Placeholder 7MIOPlaceholderMapping.11MIOPlaceholderMapping-NEE ThemeMIOPlaceholderMapping.ComparisonMIOPlaceholderMapping.42MIOPlaceholderMapping.Footer Placeholder 7MIOPlaceholderMapping.11MIOPlaceholderMapping;7_neep_v2_2 logosMIOPlaceholderMapping.1_ComparisonMIOPlaceholderMapping.19MIOPlaceholderMapping-NEE ThemeMIOPlaceholderMapping.ComparisonMIOPlaceholderMapping.42MIOPlaceholderMapping;7_neep_v2_2 logosMIOPlaceholderMapping.2_ComparisonMIOPlaceholderMapping.20MIOPlaceholderMapping-NEE ThemeMIOPlaceholderMapping.ComparisonMIOPlaceholderMapping.42MIOPlaceholderMapping;7_neep_v2_2 logosMIOPlaceholderMapping.3_ComparisonMIOPlaceholderMapping.26MIOPlaceholderMapping-NEE ThemeMIOPlaceholderMapping.ComparisonMIOPlaceholderMapping.42MIOPlaceholderMapping;7_neep_v2_2 logosMIOPlaceholderMapping.3_ComparisonMIOPlaceholderMapping.26MIOPlaceholderMapping.Title 1MIOPlaceholderMapping.0MIOPlaceholderMapping-NEE ThemeMIOPlaceholderMapping.ComparisonMIOPlaceholderMapping.42MIOPlaceholderMapping.Title 9MIOPlaceholderMapping.0MIOPlaceholderMapping;7_neep_v2_2 logosMIOPlaceholderMapping.3_ComparisonMIOPlaceholderMapping.26MIOPlaceholderMapping.Text Placeholder 2MIOPlaceholderMapping.1MIOPlaceholderMapping-NEE ThemeMIOPlaceholderMapping.ComparisonMIOPlaceholderMapping.42MIOPlaceholderMapping.Subtitle PlaceholderMIOPlaceholderMapping.20MIOPlaceholderMapping;7_neep_v2_2 logosMIOPlaceholderMapping.3_ComparisonMIOPlaceholderMapping.26MIOPlaceholderMapping.Text Placeholder 4MIOPlaceholderMapping.3MIOPlaceholderMapping-NEE ThemeMIOPlaceholderMapping.ComparisonMIOPlaceholderMapping.42MIOPlaceholderMapping.Subtitle PlaceholderMIOPlaceholderMapping.22MIOPlaceholderMapping;7_neep_v2_2 logosMIOPlaceholderMapping.3_ComparisonMIOPlaceholderMapping.26MIOPlaceholderMapping.Content Placeholder 3MIOPlaceholderMapping.2MIOPlaceholderMapping-NEE ThemeMIOPlaceholderMapping.ComparisonMIOPlaceholderMapping.42MIOPlaceholderMapping.Content Placeholder 6MIOPlaceholderMapping.13MIOPlaceholderMapping;7_neep_v2_2 logosMIOPlaceholderMapping.3_ComparisonMIOPlaceholderMapping.26MIOPlaceholderMapping.Content Placeholder 5MIOPlaceholderMapping.4MIOPlaceholderMapping-NEE ThemeMIOPlaceholderMapping.ComparisonMIOPlaceholderMapping.42MIOPlaceholderMapping.Content Placeholder 6MIOPlaceholderMapping.23MIOPlaceholderMapping;7_neep_v2_2 logosMIOPlaceholderMapping.3_ComparisonMIOPlaceholderMapping.26MIOPlaceholderMapping.Text Placeholder 7MIOPlaceholderMapping.11MIOPlaceholderMapping-NEE ThemeMIOPlaceholderMapping.ComparisonMIOPlaceholderMapping.42MIOPlaceholderMapping.Footer Placeholder 7MIOPlaceholderMapping.11MIOPlaceholderMapping;empower_Internal_4x3MIOPlaceholderMapping.2 Title, Text or ObjectMIOPlaceholderMapping.9MIOPlaceholderMapping.TitleMIOPlaceholderMapping.0MIOPlaceholderMapping-NEE ThemeMIOPlaceholderMapping.ComparisonMIOPlaceholderMapping.42MIOPlaceholderMapping.Title 9MIOPlaceholderMapping.0MIOPlaceholderMapping;empower_Internal_4x3MIOPlaceholderMapping.2 Title, Text or ObjectMIOPlaceholderMapping.9MIOPlaceholderMapping.Sub-TitleMIOPlaceholderMapping.22MIOPlaceholderMapping-NEE ThemeMIOPlaceholderMapping.ComparisonMIOPlaceholderMapping.42MIOPlaceholderMapping.Subtitle PlaceholderMIOPlaceholderMapping.20MIOPlaceholderMapping;empower_Internal_4x3MIOPlaceholderMapping.2 Title, Text or ObjectMIOPlaceholderMapping.9MIOPlaceholderMapping.Sub-TitleRightMIOPlaceholderMapping.23MIOPlaceholderMapping-NEE ThemeMIOPlaceholderMapping.ComparisonMIOPlaceholderMapping.42MIOPlaceholderMapping.Subtitle PlaceholderMIOPlaceholderMapping.22MIOPlaceholderMapping;empower_Internal_4x3MIOPlaceholderMapping.2 Title, Text or ObjectMIOPlaceholderMapping.9MIOPlaceholderMapping.BodyMIOPlaceholderMapping.21MIOPlaceholderMapping-NEE ThemeMIOPlaceholderMapping.ComparisonMIOPlaceholderMapping.42MIOPlaceholderMapping.Content Placeholder 6MIOPlaceholderMapping.13MIOPlaceholderMapping;empower_Internal_4x3MIOPlaceholderMapping.2 Title, Text or ObjectMIOPlaceholderMapping.9MIOPlaceholderMapping.BodyRightMIOPlaceholderMapping.17MIOPlaceholderMapping-NEE ThemeMIOPlaceholderMapping.ComparisonMIOPlaceholderMapping.42MIOPlaceholderMapping.Content Placeholder 6MIOPlaceholderMapping.23MIOPlaceholderMapping;empower_Internal_4x3MIOPlaceholderMapping.2 Text or Object; 2 TitlesMIOPlaceholderMapping.11MIOPlaceholderMapping.TitleMIOPlaceholderMapping.11MIOPlaceholderMapping-NEE ThemeMIOPlaceholderMapping.ComparisonMIOPlaceholderMapping.42MIOPlaceholderMapping.Subtitle PlaceholderMIOPlaceholderMapping.20MIOPlaceholderMapping;empower_Internal_4x3MIOPlaceholderMapping.2 Text or Object; 2 TitlesMIOPlaceholderMapping.11MIOPlaceholderMapping.BodyMIOPlaceholderMapping.21MIOPlaceholderMapping-NEE ThemeMIOPlaceholderMapping.ComparisonMIOPlaceholderMapping.42MIOPlaceholderMapping.Content Placeholder 6MIOPlaceholderMapping.13MIOPlaceholderMapping;empower_Internal_4x3MIOPlaceholderMapping.2 Text or Object; 2 TitlesMIOPlaceholderMapping.11MIOPlaceholderMapping.BodyRightMIOPlaceholderMapping.18MIOPlaceholderMapping-NEE ThemeMIOPlaceholderMapping.ComparisonMIOPlaceholderMapping.42MIOPlaceholderMapping.Content Placeholder 6MIOPlaceholderMapping.23MIOPlaceholderMapping;empower_Internal_4x3MIOPlaceholderMapping.2 Text or Object; 2 TitlesMIOPlaceholderMapping.11MIOPlaceholderMapping.TitleRightMIOPlaceholderMapping.3MIOPlaceholderMapping-NEE ThemeMIOPlaceholderMapping.ComparisonMIOPlaceholderMapping.42MIOPlaceholderMapping.Subtitle PlaceholderMIOPlaceholderMapping.22MIOPlaceholderMapping;empower_Internal_4x3MIOPlaceholderMapping.2 Text or Object; 2 TitlesMIOPlaceholderMapping.11MIOPlaceholderMapping.HeaderMIOPlaceholderMapping.10MIOPlaceholderMapping-NEE ThemeMIOPlaceholderMapping.ComparisonMIOPlaceholderMapping.42MIOPlaceholderMapping.Title 9MIOPlaceholderMapping.0MIOPlaceholderMapping;2_empower_Internal_4x3MIOPlaceholderMapping.2 Text or ObjectMIOPlaceholderMapping.7MIOPlaceholderMapping.TitleMIOPlaceholderMapping.0MIOPlaceholderMapping-NEE ThemeMIOPlaceholderMapping.ComparisonMIOPlaceholderMapping.42MIOPlaceholderMapping.Title 9MIOPlaceholderMapping.0MIOPlaceholderMapping;2_empower_Internal_4x3MIOPlaceholderMapping.2 Text or ObjectMIOPlaceholderMapping.7MIOPlaceholderMapping.BodyMIOPlaceholderMapping.21MIOPlaceholderMapping-NEE ThemeMIOPlaceholderMapping.ComparisonMIOPlaceholderMapping.42MIOPlaceholderMapping.Content Placeholder 6MIOPlaceholderMapping.13MIOPlaceholderMapping;2_empower_Internal_4x3MIOPlaceholderMapping.2 Text or ObjectMIOPlaceholderMapping.7MIOPlaceholderMapping.BodyRightMIOPlaceholderMapping.17MIOPlaceholderMapping-NEE ThemeMIOPlaceholderMapping.ComparisonMIOPlaceholderMapping.42MIOPlaceholderMapping.Content Placeholder 6MIOPlaceholderMapping.23MIOPlaceholderMapping;2_empower_Internal_4x3MIOPlaceholderMapping.2 Text or ObjectMIOPlaceholderMapping.7MIOPlaceholderMapping.HeaderMIOPlaceholderMapping.10MIOPlaceholderMapping-NEE ThemeMIOPlaceholderMapping.ComparisonMIOPlaceholderMapping.42MIOPlaceholderMapping.Subtitle PlaceholderMIOPlaceholderMapping.20MIOPlaceholderMapping;2_empower_Internal_4x3MIOPlaceholderMapping.2 Title, Text or ObjectMIOPlaceholderMapping.9MIOPlaceholderMapping.TitleMIOPlaceholderMapping.0MIOPlaceholderMapping-NEE ThemeMIOPlaceholderMapping.ComparisonMIOPlaceholderMapping.42MIOPlaceholderMapping.Title 9MIOPlaceholderMapping.0MIOPlaceholderMapping;2_empower_Internal_4x3MIOPlaceholderMapping.2 Title, Text or ObjectMIOPlaceholderMapping.9MIOPlaceholderMapping.Sub-TitleMIOPlaceholderMapping.22MIOPlaceholderMapping-NEE ThemeMIOPlaceholderMapping.ComparisonMIOPlaceholderMapping.42MIOPlaceholderMapping.Subtitle PlaceholderMIOPlaceholderMapping.20MIOPlaceholderMapping;2_empower_Internal_4x3MIOPlaceholderMapping.2 Title, Text or ObjectMIOPlaceholderMapping.9MIOPlaceholderMapping.Sub-TitleRightMIOPlaceholderMapping.23MIOPlaceholderMapping-NEE ThemeMIOPlaceholderMapping.ComparisonMIOPlaceholderMapping.42MIOPlaceholderMapping.Subtitle PlaceholderMIOPlaceholderMapping.22MIOPlaceholderMapping;2_empower_Internal_4x3MIOPlaceholderMapping.2 Title, Text or ObjectMIOPlaceholderMapping.9MIOPlaceholderMapping.BodyMIOPlaceholderMapping.21MIOPlaceholderMapping-NEE ThemeMIOPlaceholderMapping.ComparisonMIOPlaceholderMapping.42MIOPlaceholderMapping.Content Placeholder 6MIOPlaceholderMapping.13MIOPlaceholderMapping;2_empower_Internal_4x3MIOPlaceholderMapping.2 Title, Text or ObjectMIOPlaceholderMapping.9MIOPlaceholderMapping.BodyRightMIOPlaceholderMapping.17MIOPlaceholderMapping-NEE ThemeMIOPlaceholderMapping.ComparisonMIOPlaceholderMapping.42MIOPlaceholderMapping.Content Placeholder 6MIOPlaceholderMapping.23MIOPlaceholderMapping;2_empower_Internal_4x3MIOPlaceholderMapping.Top Title, Single Sub, Text or ObjectMIOPlaceholderMapping.10MIOPlaceholderMapping.TitleMIOPlaceholderMapping.0MIOPlaceholderMapping-NEE ThemeMIOPlaceholderMapping.ComparisonMIOPlaceholderMapping.42MIOPlaceholderMapping.Title 9MIOPlaceholderMapping.0MIOPlaceholderMapping;2_empower_Internal_4x3MIOPlaceholderMapping.Top Title, Single Sub, Text or ObjectMIOPlaceholderMapping.10MIOPlaceholderMapping.BodyMIOPlaceholderMapping.21MIOPlaceholderMapping-NEE ThemeMIOPlaceholderMapping.ComparisonMIOPlaceholderMapping.42MIOPlaceholderMapping.Content Placeholder 6MIOPlaceholderMapping.13MIOPlaceholderMapping;2_empower_Internal_4x3MIOPlaceholderMapping.Top Title, Single Sub, Text or ObjectMIOPlaceholderMapping.10MIOPlaceholderMapping.BodyRightMIOPlaceholderMapping.17MIOPlaceholderMapping-NEE ThemeMIOPlaceholderMapping.ComparisonMIOPlaceholderMapping.42MIOPlaceholderMapping.Content Placeholder 6MIOPlaceholderMapping.23MIOPlaceholderMapping;2_empower_Internal_4x3MIOPlaceholderMapping.Top Title, Single Sub, Text or ObjectMIOPlaceholderMapping.10MIOPlaceholderMapping.Sub-TitleRightMIOPlaceholderMapping.23MIOPlaceholderMapping-NEE ThemeMIOPlaceholderMapping.ComparisonMIOPlaceholderMapping.42MIOPlaceholderMapping.Subtitle PlaceholderMIOPlaceholderMapping.22MIOPlaceholderMapping;2_empower_Internal_4x3MIOPlaceholderMapping.2 Text or Object; 2 TitlesMIOPlaceholderMapping.11MIOPlaceholderMapping.HeaderMIOPlaceholderMapping.10MIOPlaceholderMapping-NEE ThemeMIOPlaceholderMapping.ComparisonMIOPlaceholderMapping.42MIOPlaceholderMapping.Title 9MIOPlaceholderMapping.0MIOPlaceholderMapping;2_empower_Internal_4x3MIOPlaceholderMapping.2 Text or Object; 2 TitlesMIOPlaceholderMapping.11MIOPlaceholderMapping.TitleMIOPlaceholderMapping.11MIOPlaceholderMapping-NEE ThemeMIOPlaceholderMapping.ComparisonMIOPlaceholderMapping.42MIOPlaceholderMapping.Subtitle PlaceholderMIOPlaceholderMapping.20MIOPlaceholderMapping;2_empower_Internal_4x3MIOPlaceholderMapping.2 Text or Object; 2 TitlesMIOPlaceholderMapping.11MIOPlaceholderMapping.TitleRightMIOPlaceholderMapping.3MIOPlaceholderMapping-NEE ThemeMIOPlaceholderMapping.ComparisonMIOPlaceholderMapping.42MIOPlaceholderMapping.Subtitle PlaceholderMIOPlaceholderMapping.22MIOPlaceholderMapping;2_empower_Internal_4x3MIOPlaceholderMapping.2 Text or Object; 2 TitlesMIOPlaceholderMapping.11MIOPlaceholderMapping.BodyMIOPlaceholderMapping.21MIOPlaceholderMapping-NEE ThemeMIOPlaceholderMapping.ComparisonMIOPlaceholderMapping.42MIOPlaceholderMapping.Content Placeholder 6MIOPlaceholderMapping.13MIOPlaceholderMapping;2_empower_Internal_4x3MIOPlaceholderMapping.2 Text or Object; 2 TitlesMIOPlaceholderMapping.11MIOPlaceholderMapping.BodyRightMIOPlaceholderMapping.18MIOPlaceholderMapping-NEE ThemeMIOPlaceholderMapping.ComparisonMIOPlaceholderMapping.42MIOPlaceholderMapping.Content Placeholder 6MIOPlaceholderMapping.23MIOPlaceholderMapping;1_empower_Internal_4x3MIOPlaceholderMapping.2 Vertical Text or ObjectMIOPlaceholderMapping.4MIOPlaceholderMapping.TitleMIOPlaceholderMapping.0MIOPlaceholderMapping-NEE ThemeMIOPlaceholderMapping.ComparisonMIOPlaceholderMapping.42MIOPlaceholderMapping.Title 9MIOPlaceholderMapping.0MIOPlaceholderMapping;1_empower_Internal_4x3MIOPlaceholderMapping.2 Vertical Text or ObjectMIOPlaceholderMapping.4MIOPlaceholderMapping.BodyMIOPlaceholderMapping.14MIOPlaceholderMapping-NEE ThemeMIOPlaceholderMapping.ComparisonMIOPlaceholderMapping.42MIOPlaceholderMapping.Content Placeholder 6MIOPlaceholderMapping.13MIOPlaceholderMapping;1_empower_Internal_4x3MIOPlaceholderMapping.2 Vertical Text or ObjectMIOPlaceholderMapping.4MIOPlaceholderMapping.BodyMIOPlaceholderMapping.15MIOPlaceholderMapping-NEE ThemeMIOPlaceholderMapping.ComparisonMIOPlaceholderMapping.42MIOPlaceholderMapping.Content Placeholder 6MIOPlaceholderMapping.23MIOPlaceholderMapping;1_empower_Internal_4x3MIOPlaceholderMapping.2 Vertical Text or ObjectMIOPlaceholderMapping.4MIOPlaceholderMapping.HeaderMIOPlaceholderMapping.10MIOPlaceholderMapping-NEE ThemeMIOPlaceholderMapping.ComparisonMIOPlaceholderMapping.42MIOPlaceholderMapping.Subtitle PlaceholderMIOPlaceholderMapping.20MIOPlaceholderMapping;1_empower_Internal_4x3MIOPlaceholderMapping.2 Text or ObjectMIOPlaceholderMapping.7MIOPlaceholderMapping.HeaderMIOPlaceholderMapping.10MIOPlaceholderMapping-NEE ThemeMIOPlaceholderMapping.ComparisonMIOPlaceholderMapping.42MIOPlaceholderMapping.Subtitle PlaceholderMIOPlaceholderMapping.20MIOPlaceholderMapping;1_empower_Internal_4x3MIOPlaceholderMapping.2 Text or ObjectMIOPlaceholderMapping.7MIOPlaceholderMapping.TitleMIOPlaceholderMapping.0MIOPlaceholderMapping-NEE ThemeMIOPlaceholderMapping.ComparisonMIOPlaceholderMapping.42MIOPlaceholderMapping.Title 9MIOPlaceholderMapping.0MIOPlaceholderMapping;1_empower_Internal_4x3MIOPlaceholderMapping.2 Text or ObjectMIOPlaceholderMapping.7MIOPlaceholderMapping.BodyMIOPlaceholderMapping.21MIOPlaceholderMapping-NEE ThemeMIOPlaceholderMapping.ComparisonMIOPlaceholderMapping.42MIOPlaceholderMapping.Content Placeholder 6MIOPlaceholderMapping.13MIOPlaceholderMapping;1_empower_Internal_4x3MIOPlaceholderMapping.2 Text or ObjectMIOPlaceholderMapping.7MIOPlaceholderMapping.BodyRightMIOPlaceholderMapping.17MIOPlaceholderMapping-NEE ThemeMIOPlaceholderMapping.ComparisonMIOPlaceholderMapping.42MIOPlaceholderMapping.Content Placeholder 6MIOPlaceholderMapping.23MIOPlaceholderMapping;1_empower_Internal_4x3MIOPlaceholderMapping.2 Title, Text or ObjectMIOPlaceholderMapping.9MIOPlaceholderMapping.TitleMIOPlaceholderMapping.0MIOPlaceholderMapping-NEE ThemeMIOPlaceholderMapping.ComparisonMIOPlaceholderMapping.42MIOPlaceholderMapping.Title 9MIOPlaceholderMapping.0MIOPlaceholderMapping;1_empower_Internal_4x3MIOPlaceholderMapping.2 Title, Text or ObjectMIOPlaceholderMapping.9MIOPlaceholderMapping.Sub-TitleMIOPlaceholderMapping.22MIOPlaceholderMapping-NEE ThemeMIOPlaceholderMapping.ComparisonMIOPlaceholderMapping.42MIOPlaceholderMapping.Subtitle PlaceholderMIOPlaceholderMapping.20MIOPlaceholderMapping;1_empower_Internal_4x3MIOPlaceholderMapping.2 Title, Text or ObjectMIOPlaceholderMapping.9MIOPlaceholderMapping.Sub-TitleRightMIOPlaceholderMapping.23MIOPlaceholderMapping-NEE ThemeMIOPlaceholderMapping.ComparisonMIOPlaceholderMapping.42MIOPlaceholderMapping.Subtitle PlaceholderMIOPlaceholderMapping.22MIOPlaceholderMapping;1_empower_Internal_4x3MIOPlaceholderMapping.2 Title, Text or ObjectMIOPlaceholderMapping.9MIOPlaceholderMapping.BodyMIOPlaceholderMapping.21MIOPlaceholderMapping-NEE ThemeMIOPlaceholderMapping.ComparisonMIOPlaceholderMapping.42MIOPlaceholderMapping.Content Placeholder 6MIOPlaceholderMapping.13MIOPlaceholderMapping;1_empower_Internal_4x3MIOPlaceholderMapping.2 Title, Text or ObjectMIOPlaceholderMapping.9MIOPlaceholderMapping.BodyRightMIOPlaceholderMapping.17MIOPlaceholderMapping-NEE ThemeMIOPlaceholderMapping.ComparisonMIOPlaceholderMapping.42MIOPlaceholderMapping.Content Placeholder 6MIOPlaceholderMapping.23MIOPlaceholderMapping;1_empower_Internal_4x3MIOPlaceholderMapping.Top Title, Single Sub, Text or ObjectMIOPlaceholderMapping.10MIOPlaceholderMapping.TitleMIOPlaceholderMapping.0MIOPlaceholderMapping-NEE ThemeMIOPlaceholderMapping.ComparisonMIOPlaceholderMapping.42MIOPlaceholderMapping.Title 9MIOPlaceholderMapping.0MIOPlaceholderMapping;1_empower_Internal_4x3MIOPlaceholderMapping.Top Title, Single Sub, Text or ObjectMIOPlaceholderMapping.10MIOPlaceholderMapping.BodyMIOPlaceholderMapping.21MIOPlaceholderMapping-NEE ThemeMIOPlaceholderMapping.ComparisonMIOPlaceholderMapping.42MIOPlaceholderMapping.Content Placeholder 6MIOPlaceholderMapping.13MIOPlaceholderMapping;1_empower_Internal_4x3MIOPlaceholderMapping.Top Title, Single Sub, Text or ObjectMIOPlaceholderMapping.10MIOPlaceholderMapping.BodyRightMIOPlaceholderMapping.17MIOPlaceholderMapping-NEE ThemeMIOPlaceholderMapping.ComparisonMIOPlaceholderMapping.42MIOPlaceholderMapping.Content Placeholder 6MIOPlaceholderMapping.23MIOPlaceholderMapping;1_empower_Internal_4x3MIOPlaceholderMapping.Top Title, Single Sub, Text or ObjectMIOPlaceholderMapping.10MIOPlaceholderMapping.Sub-TitleRightMIOPlaceholderMapping.23MIOPlaceholderMapping-NEE ThemeMIOPlaceholderMapping.ComparisonMIOPlaceholderMapping.42MIOPlaceholderMapping.Subtitle PlaceholderMIOPlaceholderMapping.22MIOPlaceholderMapping;1_empower_Internal_4x3MIOPlaceholderMapping.2 Text or Object; 2 TitlesMIOPlaceholderMapping.11MIOPlaceholderMapping.HeaderMIOPlaceholderMapping.10MIOPlaceholderMapping-NEE ThemeMIOPlaceholderMapping.ComparisonMIOPlaceholderMapping.42MIOPlaceholderMapping.Title 9MIOPlaceholderMapping.0MIOPlaceholderMapping;1_empower_Internal_4x3MIOPlaceholderMapping.2 Text or Object; 2 TitlesMIOPlaceholderMapping.11MIOPlaceholderMapping.TitleMIOPlaceholderMapping.11MIOPlaceholderMapping-NEE ThemeMIOPlaceholderMapping.ComparisonMIOPlaceholderMapping.42MIOPlaceholderMapping.Subtitle PlaceholderMIOPlaceholderMapping.20MIOPlaceholderMapping;8_neep_v2_2 logosMIOPlaceholderMapping.ComparisonMIOPlaceholderMapping.5MIOPlaceholderMapping-NEE ThemeMIOPlaceholderMapping.ComparisonMIOPlaceholderMapping.42MIOPlaceholderMapping;8_neep_v2_2 logosMIOPlaceholderMapping.ComparisonMIOPlaceholderMapping.5MIOPlaceholderMapping.Title 1MIOPlaceholderMapping.0MIOPlaceholderMapping-NEE ThemeMIOPlaceholderMapping.ComparisonMIOPlaceholderMapping.42MIOPlaceholderMapping.Title 9MIOPlaceholderMapping.0MIOPlaceholderMapping;8_neep_v2_2 logos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8_neep_v2_2 logos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8_neep_v2_2 logos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8_neep_v2_2 logos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8_neep_v2_2 logosMIOPlaceholderMapping.1_ComparisonMIOPlaceholderMapping.19MIOPlaceholderMapping-NEE ThemeMIOPlaceholderMapping.ComparisonMIOPlaceholderMapping.42MIOPlaceholderMapping;8_neep_v2_2 logosMIOPlaceholderMapping.1_ComparisonMIOPlaceholderMapping.19MIOPlaceholderMapping.Title 1MIOPlaceholderMapping.0MIOPlaceholderMapping-NEE ThemeMIOPlaceholderMapping.ComparisonMIOPlaceholderMapping.42MIOPlaceholderMapping.Title 9MIOPlaceholderMapping.0MIOPlaceholderMapping;8_neep_v2_2 logosMIOPlaceholderMapping.1_ComparisonMIOPlaceholderMapping.19MIOPlaceholderMapping.Text Placeholder 2MIOPlaceholderMapping.1MIOPlaceholderMapping-NEE ThemeMIOPlaceholderMapping.ComparisonMIOPlaceholderMapping.42MIOPlaceholderMapping.Subtitle PlaceholderMIOPlaceholderMapping.20MIOPlaceholderMapping;8_neep_v2_2 logosMIOPlaceholderMapping.1_ComparisonMIOPlaceholderMapping.19MIOPlaceholderMapping.Text Placeholder 4MIOPlaceholderMapping.3MIOPlaceholderMapping-NEE ThemeMIOPlaceholderMapping.ComparisonMIOPlaceholderMapping.42MIOPlaceholderMapping.Subtitle PlaceholderMIOPlaceholderMapping.22MIOPlaceholderMapping;8_neep_v2_2 logosMIOPlaceholderMapping.1_ComparisonMIOPlaceholderMapping.19MIOPlaceholderMapping.Content Placeholder 3MIOPlaceholderMapping.2MIOPlaceholderMapping-NEE ThemeMIOPlaceholderMapping.ComparisonMIOPlaceholderMapping.42MIOPlaceholderMapping.Content Placeholder 6MIOPlaceholderMapping.13MIOPlaceholderMapping;8_neep_v2_2 logosMIOPlaceholderMapping.1_ComparisonMIOPlaceholderMapping.19MIOPlaceholderMapping.Content Placeholder 5MIOPlaceholderMapping.4MIOPlaceholderMapping-NEE ThemeMIOPlaceholderMapping.ComparisonMIOPlaceholderMapping.42MIOPlaceholderMapping.Content Placeholder 6MIOPlaceholderMapping.23MIOPlaceholderMapping;8_neep_v2_2 logosMIOPlaceholderMapping.1_ComparisonMIOPlaceholderMapping.19MIOPlaceholderMapping.Text Placeholder 7MIOPlaceholderMapping.11MIOPlaceholderMapping-NEE ThemeMIOPlaceholderMapping.ComparisonMIOPlaceholderMapping.42MIOPlaceholderMapping.Footer Placeholder 7MIOPlaceholderMapping.11MIOPlaceholderMapping;8_neep_v2_2 logosMIOPlaceholderMapping.2_ComparisonMIOPlaceholderMapping.20MIOPlaceholderMapping-NEE ThemeMIOPlaceholderMapping.ComparisonMIOPlaceholderMapping.42MIOPlaceholderMapping;8_neep_v2_2 logosMIOPlaceholderMapping.3_ComparisonMIOPlaceholderMapping.26MIOPlaceholderMapping-NEE ThemeMIOPlaceholderMapping.ComparisonMIOPlaceholderMapping.42MIOPlaceholderMapping;8_neep_v2_2 logosMIOPlaceholderMapping.3_ComparisonMIOPlaceholderMapping.26MIOPlaceholderMapping.Title 1MIOPlaceholderMapping.0MIOPlaceholderMapping-NEE ThemeMIOPlaceholderMapping.ComparisonMIOPlaceholderMapping.42MIOPlaceholderMapping.Title 9MIOPlaceholderMapping.0MIOPlaceholderMapping;8_neep_v2_2 logosMIOPlaceholderMapping.3_ComparisonMIOPlaceholderMapping.26MIOPlaceholderMapping.Text Placeholder 2MIOPlaceholderMapping.1MIOPlaceholderMapping-NEE ThemeMIOPlaceholderMapping.ComparisonMIOPlaceholderMapping.42MIOPlaceholderMapping.Subtitle PlaceholderMIOPlaceholderMapping.20MIOPlaceholderMapping;8_neep_v2_2 logosMIOPlaceholderMapping.3_ComparisonMIOPlaceholderMapping.26MIOPlaceholderMapping.Text Placeholder 4MIOPlaceholderMapping.3MIOPlaceholderMapping-NEE ThemeMIOPlaceholderMapping.ComparisonMIOPlaceholderMapping.42MIOPlaceholderMapping.Subtitle PlaceholderMIOPlaceholderMapping.22MIOPlaceholderMapping;8_neep_v2_2 logosMIOPlaceholderMapping.3_ComparisonMIOPlaceholderMapping.26MIOPlaceholderMapping.Content Placeholder 3MIOPlaceholderMapping.2MIOPlaceholderMapping-NEE ThemeMIOPlaceholderMapping.ComparisonMIOPlaceholderMapping.42MIOPlaceholderMapping.Content Placeholder 6MIOPlaceholderMapping.13MIOPlaceholderMapping;8_neep_v2_2 logosMIOPlaceholderMapping.3_ComparisonMIOPlaceholderMapping.26MIOPlaceholderMapping.Content Placeholder 5MIOPlaceholderMapping.4MIOPlaceholderMapping-NEE ThemeMIOPlaceholderMapping.ComparisonMIOPlaceholderMapping.42MIOPlaceholderMapping.Content Placeholder 6MIOPlaceholderMapping.23MIOPlaceholderMapping;9_neep_v2_2 logosMIOPlaceholderMapping.ComparisonMIOPlaceholderMapping.5MIOPlaceholderMapping-NEE ThemeMIOPlaceholderMapping.ComparisonMIOPlaceholderMapping.42MIOPlaceholderMapping;9_neep_v2_2 logosMIOPlaceholderMapping.ComparisonMIOPlaceholderMapping.5MIOPlaceholderMapping.Title 1MIOPlaceholderMapping.0MIOPlaceholderMapping-NEE ThemeMIOPlaceholderMapping.ComparisonMIOPlaceholderMapping.42MIOPlaceholderMapping.Title 9MIOPlaceholderMapping.0MIOPlaceholderMapping;9_neep_v2_2 logos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9_neep_v2_2 logos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9_neep_v2_2 logos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9_neep_v2_2 logos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9_neep_v2_2 logosMIOPlaceholderMapping.1_ComparisonMIOPlaceholderMapping.19MIOPlaceholderMapping-NEE ThemeMIOPlaceholderMapping.ComparisonMIOPlaceholderMapping.42MIOPlaceholderMapping;9_neep_v2_2 logosMIOPlaceholderMapping.1_ComparisonMIOPlaceholderMapping.19MIOPlaceholderMapping.Title 1MIOPlaceholderMapping.0MIOPlaceholderMapping-NEE ThemeMIOPlaceholderMapping.ComparisonMIOPlaceholderMapping.42MIOPlaceholderMapping.Title 9MIOPlaceholderMapping.0MIOPlaceholderMapping;9_neep_v2_2 logosMIOPlaceholderMapping.1_ComparisonMIOPlaceholderMapping.19MIOPlaceholderMapping.Text Placeholder 2MIOPlaceholderMapping.1MIOPlaceholderMapping-NEE ThemeMIOPlaceholderMapping.ComparisonMIOPlaceholderMapping.42MIOPlaceholderMapping.Subtitle PlaceholderMIOPlaceholderMapping.20MIOPlaceholderMapping;9_neep_v2_2 logosMIOPlaceholderMapping.1_ComparisonMIOPlaceholderMapping.19MIOPlaceholderMapping.Text Placeholder 4MIOPlaceholderMapping.3MIOPlaceholderMapping-NEE ThemeMIOPlaceholderMapping.ComparisonMIOPlaceholderMapping.42MIOPlaceholderMapping.Subtitle PlaceholderMIOPlaceholderMapping.22MIOPlaceholderMapping;9_neep_v2_2 logosMIOPlaceholderMapping.1_ComparisonMIOPlaceholderMapping.19MIOPlaceholderMapping.Content Placeholder 3MIOPlaceholderMapping.2MIOPlaceholderMapping-NEE ThemeMIOPlaceholderMapping.ComparisonMIOPlaceholderMapping.42MIOPlaceholderMapping.Content Placeholder 6MIOPlaceholderMapping.13MIOPlaceholderMapping;9_neep_v2_2 logosMIOPlaceholderMapping.1_ComparisonMIOPlaceholderMapping.19MIOPlaceholderMapping.Content Placeholder 5MIOPlaceholderMapping.4MIOPlaceholderMapping-NEE ThemeMIOPlaceholderMapping.ComparisonMIOPlaceholderMapping.42MIOPlaceholderMapping.Content Placeholder 6MIOPlaceholderMapping.23MIOPlaceholderMapping;9_neep_v2_2 logosMIOPlaceholderMapping.2_ComparisonMIOPlaceholderMapping.20MIOPlaceholderMapping-NEE ThemeMIOPlaceholderMapping.ComparisonMIOPlaceholderMapping.42MIOPlaceholderMapping;9_neep_v2_2 logosMIOPlaceholderMapping.3_ComparisonMIOPlaceholderMapping.26MIOPlaceholderMapping-NEE ThemeMIOPlaceholderMapping.ComparisonMIOPlaceholderMapping.42MIOPlaceholderMapping;9_neep_v2_2 logosMIOPlaceholderMapping.3_ComparisonMIOPlaceholderMapping.26MIOPlaceholderMapping.Title 1MIOPlaceholderMapping.0MIOPlaceholderMapping-NEE ThemeMIOPlaceholderMapping.ComparisonMIOPlaceholderMapping.42MIOPlaceholderMapping.Title 9MIOPlaceholderMapping.0MIOPlaceholderMapping;9_neep_v2_2 logosMIOPlaceholderMapping.3_ComparisonMIOPlaceholderMapping.26MIOPlaceholderMapping.Text Placeholder 2MIOPlaceholderMapping.1MIOPlaceholderMapping-NEE ThemeMIOPlaceholderMapping.ComparisonMIOPlaceholderMapping.42MIOPlaceholderMapping.Subtitle PlaceholderMIOPlaceholderMapping.20MIOPlaceholderMapping;9_neep_v2_2 logosMIOPlaceholderMapping.3_ComparisonMIOPlaceholderMapping.26MIOPlaceholderMapping.Text Placeholder 4MIOPlaceholderMapping.3MIOPlaceholderMapping-NEE ThemeMIOPlaceholderMapping.ComparisonMIOPlaceholderMapping.42MIOPlaceholderMapping.Subtitle PlaceholderMIOPlaceholderMapping.22MIOPlaceholderMapping;9_neep_v2_2 logosMIOPlaceholderMapping.3_ComparisonMIOPlaceholderMapping.26MIOPlaceholderMapping.Content Placeholder 3MIOPlaceholderMapping.2MIOPlaceholderMapping-NEE ThemeMIOPlaceholderMapping.ComparisonMIOPlaceholderMapping.42MIOPlaceholderMapping.Content Placeholder 6MIOPlaceholderMapping.13MIOPlaceholderMapping;9_neep_v2_2 logosMIOPlaceholderMapping.3_ComparisonMIOPlaceholderMapping.26MIOPlaceholderMapping.Content Placeholder 5MIOPlaceholderMapping.4MIOPlaceholderMapping-NEE ThemeMIOPlaceholderMapping.ComparisonMIOPlaceholderMapping.42MIOPlaceholderMapping.Content Placeholder 6MIOPlaceholderMapping.23MIOPlaceholderMapping;9_neep_v2_2 logosMIOPlaceholderMapping.3_ComparisonMIOPlaceholderMapping.26MIOPlaceholderMapping.Text Placeholder 7MIOPlaceholderMapping.11MIOPlaceholderMapping-NEE ThemeMIOPlaceholderMapping.ComparisonMIOPlaceholderMapping.42MIOPlaceholderMapping.Footer Placeholder 7MIOPlaceholderMapping.11MIOPlaceholderMapping;1_NextEra Energy BlueMIOPlaceholderMapping.2 Text or ObjectMIOPlaceholderMapping.11MIOPlaceholderMapping-NEE ThemeMIOPlaceholderMapping.ComparisonMIOPlaceholderMapping.42MIOPlaceholderMapping;1_NextEra Energy BlueMIOPlaceholderMapping.2 Text or ObjectMIOPlaceholderMapping.11MIOPlaceholderMapping.BodyMIOPlaceholderMapping.21MIOPlaceholderMapping-NEE ThemeMIOPlaceholderMapping.ComparisonMIOPlaceholderMapping.42MIOPlaceholderMapping.Content Placeholder 6MIOPlaceholderMapping.13MIOPlaceholderMapping;1_NextEra Energy BlueMIOPlaceholderMapping.2 Text or ObjectMIOPlaceholderMapping.11MIOPlaceholderMapping.BodyRightMIOPlaceholderMapping.17MIOPlaceholderMapping-NEE ThemeMIOPlaceholderMapping.ComparisonMIOPlaceholderMapping.42MIOPlaceholderMapping.Content Placeholder 6MIOPlaceholderMapping.23MIOPlaceholderMapping;FPL 4x3MIOPlaceholderMapping.L: Text; R: ObjectMIOPlaceholderMapping.7MIOPlaceholderMapping-NEE ThemeMIOPlaceholderMapping.ComparisonMIOPlaceholderMapping.42MIOPlaceholderMapping;FPL 4x3MIOPlaceholderMapping.L: Text; R: ObjectMIOPlaceholderMapping.7MIOPlaceholderMapping.Text Placeholder 4MIOPlaceholderMapping.10MIOPlaceholderMapping-NEE ThemeMIOPlaceholderMapping.ComparisonMIOPlaceholderMapping.42MIOPlaceholderMapping.Title 9MIOPlaceholderMapping.0MIOPlaceholderMapping;FPL 4x3MIOPlaceholderMapping.L: Text; R: ObjectMIOPlaceholderMapping.7MIOPlaceholderMapping.Title 1MIOPlaceholderMapping.0MIOPlaceholderMapping-NEE ThemeMIOPlaceholderMapping.ComparisonMIOPlaceholderMapping.42MIOPlaceholderMapping.Subtitle PlaceholderMIOPlaceholderMapping.20MIOPlaceholderMapping;FPL 4x3MIOPlaceholderMapping.L: Text; R: ObjectMIOPlaceholderMapping.7MIOPlaceholderMapping.Title 1MIOPlaceholderMapping.0MIOPlaceholderMapping-NEE ThemeMIOPlaceholderMapping.ComparisonMIOPlaceholderMapping.42MIOPlaceholderMapping.Subtitle PlaceholderMIOPlaceholderMapping.22MIOPlaceholderMapping;FPL 4x3MIOPlaceholderMapping.L: Text; R: ObjectMIOPlaceholderMapping.7MIOPlaceholderMapping.Text Placeholder 2MIOPlaceholderMapping.15MIOPlaceholderMapping-NEE ThemeMIOPlaceholderMapping.ComparisonMIOPlaceholderMapping.42MIOPlaceholderMapping.Content Placeholder 6MIOPlaceholderMapping.13MIOPlaceholderMapping;FPL 4x3MIOPlaceholderMapping.L: Text; R: ObjectMIOPlaceholderMapping.7MIOPlaceholderMapping.Content Placeholder 6MIOPlaceholderMapping.14MIOPlaceholderMapping-NEE ThemeMIOPlaceholderMapping.ComparisonMIOPlaceholderMapping.42MIOPlaceholderMapping.Content Placeholder 6MIOPlaceholderMapping.23MIOPlaceholderMapping;FPL 4x3MIOPlaceholderMapping.L: Object; R: TextMIOPlaceholderMapping.8MIOPlaceholderMapping-NEE ThemeMIOPlaceholderMapping.ComparisonMIOPlaceholderMapping.42MIOPlaceholderMapping;FPL 4x3MIOPlaceholderMapping.L: Object; R: TextMIOPlaceholderMapping.8MIOPlaceholderMapping.Text Placeholder 4MIOPlaceholderMapping.10MIOPlaceholderMapping-NEE ThemeMIOPlaceholderMapping.ComparisonMIOPlaceholderMapping.42MIOPlaceholderMapping.Title 9MIOPlaceholderMapping.0MIOPlaceholderMapping;FPL 4x3MIOPlaceholderMapping.L: Object; R: TextMIOPlaceholderMapping.8MIOPlaceholderMapping.Title 1MIOPlaceholderMapping.0MIOPlaceholderMapping-NEE ThemeMIOPlaceholderMapping.ComparisonMIOPlaceholderMapping.42MIOPlaceholderMapping.Subtitle PlaceholderMIOPlaceholderMapping.20MIOPlaceholderMapping;FPL 4x3MIOPlaceholderMapping.L: Object; R: TextMIOPlaceholderMapping.8MIOPlaceholderMapping.Title 1MIOPlaceholderMapping.0MIOPlaceholderMapping-NEE ThemeMIOPlaceholderMapping.ComparisonMIOPlaceholderMapping.42MIOPlaceholderMapping.Subtitle PlaceholderMIOPlaceholderMapping.22MIOPlaceholderMapping;FPL 4x3MIOPlaceholderMapping.L: Object; R: TextMIOPlaceholderMapping.8MIOPlaceholderMapping.Content Placeholder 6MIOPlaceholderMapping.14MIOPlaceholderMapping-NEE ThemeMIOPlaceholderMapping.ComparisonMIOPlaceholderMapping.42MIOPlaceholderMapping.Content Placeholder 6MIOPlaceholderMapping.13MIOPlaceholderMapping;FPL 4x3MIOPlaceholderMapping.L: Object; R: TextMIOPlaceholderMapping.8MIOPlaceholderMapping.Text Placeholder 2MIOPlaceholderMapping.1MIOPlaceholderMapping-NEE ThemeMIOPlaceholderMapping.ComparisonMIOPlaceholderMapping.42MIOPlaceholderMapping.Content Placeholder 6MIOPlaceholderMapping.23MIOPlaceholderMapping;FPL 4x3MIOPlaceholderMapping.L: Text; R: Text; 2 TitlesMIOPlaceholderMapping.21MIOPlaceholderMapping-NEE ThemeMIOPlaceholderMapping.ComparisonMIOPlaceholderMapping.42MIOPlaceholderMapping;FPL 4x3MIOPlaceholderMapping.L: Text; R: Text; 2 TitlesMIOPlaceholderMapping.21MIOPlaceholderMapping.Text Placeholder 4MIOPlaceholderMapping.10MIOPlaceholderMapping-NEE ThemeMIOPlaceholderMapping.ComparisonMIOPlaceholderMapping.42MIOPlaceholderMapping.Title 9MIOPlaceholderMapping.0MIOPlaceholderMapping;FPL 4x3MIOPlaceholderMapping.L: Text; R: Text; 2 TitlesMIOPlaceholderMapping.21MIOPlaceholderMapping.Text Placeholder 2MIOPlaceholderMapping.11MIOPlaceholderMapping-NEE ThemeMIOPlaceholderMapping.ComparisonMIOPlaceholderMapping.42MIOPlaceholderMapping.Subtitle PlaceholderMIOPlaceholderMapping.20MIOPlaceholderMapping;FPL 4x3MIOPlaceholderMapping.L: Text; R: Text; 2 TitlesMIOPlaceholderMapping.21MIOPlaceholderMapping.Text Placeholder 4MIOPlaceholderMapping.3MIOPlaceholderMapping-NEE ThemeMIOPlaceholderMapping.ComparisonMIOPlaceholderMapping.42MIOPlaceholderMapping.Subtitle PlaceholderMIOPlaceholderMapping.22MIOPlaceholderMapping;FPL 4x3MIOPlaceholderMapping.L: Text; R: Text; 2 TitlesMIOPlaceholderMapping.21MIOPlaceholderMapping.Text Placeholder 2MIOPlaceholderMapping.15MIOPlaceholderMapping-NEE ThemeMIOPlaceholderMapping.ComparisonMIOPlaceholderMapping.42MIOPlaceholderMapping.Content Placeholder 6MIOPlaceholderMapping.13MIOPlaceholderMapping;FPL 4x3MIOPlaceholderMapping.L: Text; R: Text; 2 TitlesMIOPlaceholderMapping.21MIOPlaceholderMapping.Text Placeholder 2MIOPlaceholderMapping.16MIOPlaceholderMapping-NEE ThemeMIOPlaceholderMapping.ComparisonMIOPlaceholderMapping.42MIOPlaceholderMapping.Content Placeholder 6MIOPlaceholderMapping.23MIOPlaceholderMapping;FPL 4x3MIOPlaceholderMapping.L: Text; R: Object; 2 TitlesMIOPlaceholderMapping.22MIOPlaceholderMapping-NEE ThemeMIOPlaceholderMapping.ComparisonMIOPlaceholderMapping.42MIOPlaceholderMapping;FPL 4x3MIOPlaceholderMapping.L: Text; R: Object; 2 TitlesMIOPlaceholderMapping.22MIOPlaceholderMapping.Text Placeholder 4MIOPlaceholderMapping.10MIOPlaceholderMapping-NEE ThemeMIOPlaceholderMapping.ComparisonMIOPlaceholderMapping.42MIOPlaceholderMapping.Title 9MIOPlaceholderMapping.0MIOPlaceholderMapping;FPL 4x3MIOPlaceholderMapping.L: Text; R: Object; 2 TitlesMIOPlaceholderMapping.22MIOPlaceholderMapping.Text Placeholder 2MIOPlaceholderMapping.11MIOPlaceholderMapping-NEE ThemeMIOPlaceholderMapping.ComparisonMIOPlaceholderMapping.42MIOPlaceholderMapping.Subtitle PlaceholderMIOPlaceholderMapping.20MIOPlaceholderMapping;FPL 4x3MIOPlaceholderMapping.L: Text; R: Object; 2 TitlesMIOPlaceholderMapping.22MIOPlaceholderMapping.Text Placeholder 4MIOPlaceholderMapping.3MIOPlaceholderMapping-NEE ThemeMIOPlaceholderMapping.ComparisonMIOPlaceholderMapping.42MIOPlaceholderMapping.Subtitle PlaceholderMIOPlaceholderMapping.22MIOPlaceholderMapping;FPL 4x3MIOPlaceholderMapping.L: Text; R: Object; 2 TitlesMIOPlaceholderMapping.22MIOPlaceholderMapping.Text Placeholder 2MIOPlaceholderMapping.15MIOPlaceholderMapping-NEE ThemeMIOPlaceholderMapping.ComparisonMIOPlaceholderMapping.42MIOPlaceholderMapping.Content Placeholder 6MIOPlaceholderMapping.13MIOPlaceholderMapping;FPL 4x3MIOPlaceholderMapping.L: Text; R: Object; 2 TitlesMIOPlaceholderMapping.22MIOPlaceholderMapping.Content Placeholder 6MIOPlaceholderMapping.16MIOPlaceholderMapping-NEE ThemeMIOPlaceholderMapping.ComparisonMIOPlaceholderMapping.42MIOPlaceholderMapping.Content Placeholder 6MIOPlaceholderMapping.23MIOPlaceholderMapping;FPL 4x3MIOPlaceholderMapping.L: Object; R: Text; 2 TitlesMIOPlaceholderMapping.23MIOPlaceholderMapping-NEE ThemeMIOPlaceholderMapping.ComparisonMIOPlaceholderMapping.42MIOPlaceholderMapping;FPL 4x3MIOPlaceholderMapping.L: Object; R: Text; 2 TitlesMIOPlaceholderMapping.23MIOPlaceholderMapping.Text Placeholder 4MIOPlaceholderMapping.10MIOPlaceholderMapping-NEE ThemeMIOPlaceholderMapping.ComparisonMIOPlaceholderMapping.42MIOPlaceholderMapping.Title 9MIOPlaceholderMapping.0MIOPlaceholderMapping;FPL 4x3MIOPlaceholderMapping.L: Object; R: Text; 2 TitlesMIOPlaceholderMapping.23MIOPlaceholderMapping.Text Placeholder 2MIOPlaceholderMapping.11MIOPlaceholderMapping-NEE ThemeMIOPlaceholderMapping.ComparisonMIOPlaceholderMapping.42MIOPlaceholderMapping.Subtitle PlaceholderMIOPlaceholderMapping.20MIOPlaceholderMapping;FPL 4x3MIOPlaceholderMapping.L: Object; R: Text; 2 TitlesMIOPlaceholderMapping.23MIOPlaceholderMapping.Text Placeholder 4MIOPlaceholderMapping.3MIOPlaceholderMapping-NEE ThemeMIOPlaceholderMapping.ComparisonMIOPlaceholderMapping.42MIOPlaceholderMapping.Subtitle PlaceholderMIOPlaceholderMapping.22MIOPlaceholderMapping;FPL 4x3MIOPlaceholderMapping.L: Object; R: Text; 2 TitlesMIOPlaceholderMapping.23MIOPlaceholderMapping.Content Placeholder 6MIOPlaceholderMapping.16MIOPlaceholderMapping-NEE ThemeMIOPlaceholderMapping.ComparisonMIOPlaceholderMapping.42MIOPlaceholderMapping.Content Placeholder 6MIOPlaceholderMapping.13MIOPlaceholderMapping;FPL 4x3MIOPlaceholderMapping.L: Object; R: Text; 2 TitlesMIOPlaceholderMapping.23MIOPlaceholderMapping.Text Placeholder 2MIOPlaceholderMapping.15MIOPlaceholderMapping-NEE ThemeMIOPlaceholderMapping.ComparisonMIOPlaceholderMapping.42MIOPlaceholderMapping.Content Placeholder 6MIOPlaceholderMapping.23MIOPlaceholderMapping;NextEra Energy WhiteMIOPlaceholderMapping.2  Content 2 TitlesMIOPlaceholderMapping.10MIOPlaceholderMapping-NEE ThemeMIOPlaceholderMapping.ComparisonMIOPlaceholderMapping.42MIOPlaceholderMapping;NextEra Energy WhiteMIOPlaceholderMapping.2  Content 2 TitlesMIOPlaceholderMapping.10MIOPlaceholderMapping.TitleLeftMIOPlaceholderMapping.11MIOPlaceholderMapping-NEE ThemeMIOPlaceholderMapping.ComparisonMIOPlaceholderMapping.42MIOPlaceholderMapping.Subtitle PlaceholderMIOPlaceholderMapping.20MIOPlaceholderMapping;NextEra Energy WhiteMIOPlaceholderMapping.2  Content 2 TitlesMIOPlaceholderMapping.10MIOPlaceholderMapping.TitleRightMIOPlaceholderMapping.17MIOPlaceholderMapping-NEE ThemeMIOPlaceholderMapping.ComparisonMIOPlaceholderMapping.42MIOPlaceholderMapping.Subtitle PlaceholderMIOPlaceholderMapping.22MIOPlaceholderMapping;NextEra Energy WhiteMIOPlaceholderMapping.2  Content 2 TitlesMIOPlaceholderMapping.10MIOPlaceholderMapping.BodyLeftMIOPlaceholderMapping.16MIOPlaceholderMapping-NEE ThemeMIOPlaceholderMapping.ComparisonMIOPlaceholderMapping.42MIOPlaceholderMapping.Content Placeholder 6MIOPlaceholderMapping.13MIOPlaceholderMapping;NextEra Energy WhiteMIOPlaceholderMapping.2  Content 2 TitlesMIOPlaceholderMapping.10MIOPlaceholderMapping.BodyRightMIOPlaceholderMapping.19MIOPlaceholderMapping-NEE ThemeMIOPlaceholderMapping.ComparisonMIOPlaceholderMapping.42MIOPlaceholderMapping.Content Placeholder 6MIOPlaceholderMapping.23MIOPlaceholderMapping;1_NextEra Energy WhiteMIOPlaceholderMapping.2  Content 2 TitlesMIOPlaceholderMapping.10MIOPlaceholderMapping-NEE ThemeMIOPlaceholderMapping.ComparisonMIOPlaceholderMapping.42MIOPlaceholderMapping;1_NextEra Energy WhiteMIOPlaceholderMapping.2  Content 2 TitlesMIOPlaceholderMapping.10MIOPlaceholderMapping.TitleLeftMIOPlaceholderMapping.11MIOPlaceholderMapping-NEE ThemeMIOPlaceholderMapping.ComparisonMIOPlaceholderMapping.42MIOPlaceholderMapping.Subtitle PlaceholderMIOPlaceholderMapping.20MIOPlaceholderMapping;1_NextEra Energy WhiteMIOPlaceholderMapping.2  Content 2 TitlesMIOPlaceholderMapping.10MIOPlaceholderMapping.TitleRightMIOPlaceholderMapping.17MIOPlaceholderMapping-NEE ThemeMIOPlaceholderMapping.ComparisonMIOPlaceholderMapping.42MIOPlaceholderMapping.Subtitle PlaceholderMIOPlaceholderMapping.22MIOPlaceholderMapping;1_NextEra Energy WhiteMIOPlaceholderMapping.2  Content 2 TitlesMIOPlaceholderMapping.10MIOPlaceholderMapping.BodyLeftMIOPlaceholderMapping.16MIOPlaceholderMapping-NEE ThemeMIOPlaceholderMapping.ComparisonMIOPlaceholderMapping.42MIOPlaceholderMapping.Content Placeholder 6MIOPlaceholderMapping.13MIOPlaceholderMapping;1_NextEra Energy WhiteMIOPlaceholderMapping.2  Content 2 TitlesMIOPlaceholderMapping.10MIOPlaceholderMapping.BodyRightMIOPlaceholderMapping.19MIOPlaceholderMapping-NEE ThemeMIOPlaceholderMapping.ComparisonMIOPlaceholderMapping.42MIOPlaceholderMapping.Content Placeholder 6MIOPlaceholderMapping.23MIOPlaceholderMapping;2_NextEra Energy WhiteMIOPlaceholderMapping.2  Content 2 TitlesMIOPlaceholderMapping.10MIOPlaceholderMapping-NEE ThemeMIOPlaceholderMapping.ComparisonMIOPlaceholderMapping.42MIOPlaceholderMapping;2_NextEra Energy WhiteMIOPlaceholderMapping.2  Content 2 TitlesMIOPlaceholderMapping.10MIOPlaceholderMapping.TitleLeftMIOPlaceholderMapping.11MIOPlaceholderMapping-NEE ThemeMIOPlaceholderMapping.ComparisonMIOPlaceholderMapping.42MIOPlaceholderMapping.Subtitle PlaceholderMIOPlaceholderMapping.20MIOPlaceholderMapping;2_NextEra Energy WhiteMIOPlaceholderMapping.2  Content 2 TitlesMIOPlaceholderMapping.10MIOPlaceholderMapping.TitleRightMIOPlaceholderMapping.17MIOPlaceholderMapping-NEE ThemeMIOPlaceholderMapping.ComparisonMIOPlaceholderMapping.42MIOPlaceholderMapping.Subtitle PlaceholderMIOPlaceholderMapping.22MIOPlaceholderMapping;2_NextEra Energy WhiteMIOPlaceholderMapping.2  Content 2 TitlesMIOPlaceholderMapping.10MIOPlaceholderMapping.BodyLeftMIOPlaceholderMapping.16MIOPlaceholderMapping-NEE ThemeMIOPlaceholderMapping.ComparisonMIOPlaceholderMapping.42MIOPlaceholderMapping.Content Placeholder 6MIOPlaceholderMapping.13MIOPlaceholderMapping;2_NextEra Energy WhiteMIOPlaceholderMapping.2  Content 2 TitlesMIOPlaceholderMapping.10MIOPlaceholderMapping.BodyRightMIOPlaceholderMapping.19MIOPlaceholderMapping-NEE ThemeMIOPlaceholderMapping.ComparisonMIOPlaceholderMapping.42MIOPlaceholderMapping.Content Placeholder 6MIOPlaceholderMapping.23MIOPlaceholderMapping;FPL 16x9MIOPlaceholderMapping.L: Text; R: Text; 2 TitlesMIOPlaceholderMapping.22MIOPlaceholderMapping-NEE ThemeMIOPlaceholderMapping.ComparisonMIOPlaceholderMapping.42MIOPlaceholderMapping;FPL 16x9MIOPlaceholderMapping.L: Text; R: Text; 2 TitlesMIOPlaceholderMapping.22MIOPlaceholderMapping.Text Placeholder 4MIOPlaceholderMapping.10MIOPlaceholderMapping-NEE ThemeMIOPlaceholderMapping.ComparisonMIOPlaceholderMapping.42MIOPlaceholderMapping.Title 9MIOPlaceholderMapping.0MIOPlaceholderMapping;FPL 16x9MIOPlaceholderMapping.L: Text; R: Text; 2 TitlesMIOPlaceholderMapping.22MIOPlaceholderMapping.Text Placeholder 2MIOPlaceholderMapping.11MIOPlaceholderMapping-NEE ThemeMIOPlaceholderMapping.ComparisonMIOPlaceholderMapping.42MIOPlaceholderMapping.Subtitle PlaceholderMIOPlaceholderMapping.20MIOPlaceholderMapping;FPL 16x9MIOPlaceholderMapping.L: Text; R: Text; 2 TitlesMIOPlaceholderMapping.22MIOPlaceholderMapping.Text Placeholder 4MIOPlaceholderMapping.3MIOPlaceholderMapping-NEE ThemeMIOPlaceholderMapping.ComparisonMIOPlaceholderMapping.42MIOPlaceholderMapping.Subtitle PlaceholderMIOPlaceholderMapping.22MIOPlaceholderMapping;empower_Internal_4x3MIOPlaceholderMapping.2 Text or ObjectMIOPlaceholderMapping.7MIOPlaceholderMapping-NEE ThemeMIOPlaceholderMapping.ComparisonMIOPlaceholderMapping.42MIOPlaceholderMapping;empower_Internal_4x3MIOPlaceholderMapping.2 Text or ObjectMIOPlaceholderMapping.7MIOPlaceholderMapping.HeaderMIOPlaceholderMapping.10MIOPlaceholderMapping-NEE ThemeMIOPlaceholderMapping.ComparisonMIOPlaceholderMapping.42MIOPlaceholderMapping.Title 9MIOPlaceholderMapping.0MIOPlaceholderMapping;empower_Internal_4x3MIOPlaceholderMapping.2 Text or ObjectMIOPlaceholderMapping.7MIOPlaceholderMapping.TitleMIOPlaceholderMapping.0MIOPlaceholderMapping-NEE ThemeMIOPlaceholderMapping.ComparisonMIOPlaceholderMapping.42MIOPlaceholderMapping.Subtitle PlaceholderMIOPlaceholderMapping.20MIOPlaceholderMapping;empower_Internal_4x3MIOPlaceholderMapping.2 Text or ObjectMIOPlaceholderMapping.7MIOPlaceholderMapping.BodyMIOPlaceholderMapping.21MIOPlaceholderMapping-NEE ThemeMIOPlaceholderMapping.ComparisonMIOPlaceholderMapping.42MIOPlaceholderMapping.Content Placeholder 6MIOPlaceholderMapping.13MIOPlaceholderMapping;empower_Internal_4x3MIOPlaceholderMapping.2 Text or ObjectMIOPlaceholderMapping.7MIOPlaceholderMapping.BodyRightMIOPlaceholderMapping.17MIOPlaceholderMapping-NEE ThemeMIOPlaceholderMapping.ComparisonMIOPlaceholderMapping.42MIOPlaceholderMapping.Content Placeholder 6MIOPlaceholderMapping.23MIOPlaceholderMapping;empower_Internal_4x3MIOPlaceholderMapping.2 Title, Text or ObjectMIOPlaceholderMapping.9MIOPlaceholderMapping-NEE ThemeMIOPlaceholderMapping.ComparisonMIOPlaceholderMapping.42MIOPlaceholderMapping;4_neep_v2_2 logosMIOPlaceholderMapping.ComparisonMIOPlaceholderMapping.5MIOPlaceholderMapping-NEE ThemeMIOPlaceholderMapping.ComparisonMIOPlaceholderMapping.42MIOPlaceholderMapping;4_neep_v2_2 logosMIOPlaceholderMapping.ComparisonMIOPlaceholderMapping.5MIOPlaceholderMapping.Title 1MIOPlaceholderMapping.0MIOPlaceholderMapping-NEE ThemeMIOPlaceholderMapping.ComparisonMIOPlaceholderMapping.42MIOPlaceholderMapping.Title 9MIOPlaceholderMapping.0MIOPlaceholderMapping;4_neep_v2_2 logos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4_neep_v2_2 logos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4_neep_v2_2 logos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4_neep_v2_2 logos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4_neep_v2_2 logosMIOPlaceholderMapping.L: Text; R: ObjectMIOPlaceholderMapping.17MIOPlaceholderMapping-NEE ThemeMIOPlaceholderMapping.ComparisonMIOPlaceholderMapping.42MIOPlaceholderMapping;4_neep_v2_2 logosMIOPlaceholderMapping.L: Text; R: ObjectMIOPlaceholderMapping.17MIOPlaceholderMapping.Text Placeholder 4MIOPlaceholderMapping.10MIOPlaceholderMapping-NEE ThemeMIOPlaceholderMapping.ComparisonMIOPlaceholderMapping.42MIOPlaceholderMapping.Title 9MIOPlaceholderMapping.0MIOPlaceholderMapping;4_neep_v2_2 logosMIOPlaceholderMapping.L: Text; R: ObjectMIOPlaceholderMapping.17MIOPlaceholderMapping.Title 1MIOPlaceholderMapping.0MIOPlaceholderMapping-NEE ThemeMIOPlaceholderMapping.ComparisonMIOPlaceholderMapping.42MIOPlaceholderMapping.Subtitle PlaceholderMIOPlaceholderMapping.20MIOPlaceholderMapping;4_neep_v2_2 logosMIOPlaceholderMapping.L: Text; R: ObjectMIOPlaceholderMapping.17MIOPlaceholderMapping.Text Placeholder 2MIOPlaceholderMapping.15MIOPlaceholderMapping-NEE ThemeMIOPlaceholderMapping.ComparisonMIOPlaceholderMapping.42MIOPlaceholderMapping.Content Placeholder 6MIOPlaceholderMapping.13MIOPlaceholderMapping;4_neep_v2_2 logosMIOPlaceholderMapping.L: Text; R: ObjectMIOPlaceholderMapping.17MIOPlaceholderMapping.Content Placeholder 6MIOPlaceholderMapping.14MIOPlaceholderMapping-NEE ThemeMIOPlaceholderMapping.ComparisonMIOPlaceholderMapping.42MIOPlaceholderMapping.Content Placeholder 6MIOPlaceholderMapping.23MIOPlaceholderMapping;3_FPLGROUP_FinalMIOPlaceholderMapping.ComparisonMIOPlaceholderMapping.5MIOPlaceholderMapping-NEE ThemeMIOPlaceholderMapping.ComparisonMIOPlaceholderMapping.42MIOPlaceholderMapping;3_FPLGROUP_FinalMIOPlaceholderMapping.ComparisonMIOPlaceholderMapping.5MIOPlaceholderMapping.Title 1MIOPlaceholderMapping.0MIOPlaceholderMapping-NEE ThemeMIOPlaceholderMapping.ComparisonMIOPlaceholderMapping.42MIOPlaceholderMapping.Title 9MIOPlaceholderMapping.0MIOPlaceholderMapping;3_FPLGROUP_Final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3_FPLGROUP_Final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3_FPLGROUP_Final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3_FPLGROUP_Final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1_neep_v2_2 logosMIOPlaceholderMapping.ComparisonMIOPlaceholderMapping.5MIOPlaceholderMapping-NEE ThemeMIOPlaceholderMapping.ComparisonMIOPlaceholderMapping.42MIOPlaceholderMapping;1_neep_v2_2 logosMIOPlaceholderMapping.ComparisonMIOPlaceholderMapping.5MIOPlaceholderMapping.Title 1MIOPlaceholderMapping.0MIOPlaceholderMapping-NEE ThemeMIOPlaceholderMapping.ComparisonMIOPlaceholderMapping.42MIOPlaceholderMapping.Title 9MIOPlaceholderMapping.0MIOPlaceholderMapping;1_neep_v2_2 logosMIOPlaceholderMapping.ComparisonMIOPlaceholderMapping.5MIOPlaceholderMapping.Text Placeholder 2MIOPlaceholderMapping.1MIOPlaceholderMapping-NEE ThemeMIOPlaceholderMapping.ComparisonMIOPlaceholderMapping.42MIOPlaceholderMapping.Subtitle PlaceholderMIOPlaceholderMapping.20MIOPlaceholderMapping;1_neep_v2_2 logosMIOPlaceholderMapping.ComparisonMIOPlaceholderMapping.5MIOPlaceholderMapping.Text Placeholder 4MIOPlaceholderMapping.3MIOPlaceholderMapping-NEE ThemeMIOPlaceholderMapping.ComparisonMIOPlaceholderMapping.42MIOPlaceholderMapping.Subtitle PlaceholderMIOPlaceholderMapping.22MIOPlaceholderMapping;1_neep_v2_2 logosMIOPlaceholderMapping.ComparisonMIOPlaceholderMapping.5MIOPlaceholderMapping.Content Placeholder 3MIOPlaceholderMapping.2MIOPlaceholderMapping-NEE ThemeMIOPlaceholderMapping.ComparisonMIOPlaceholderMapping.42MIOPlaceholderMapping.Content Placeholder 6MIOPlaceholderMapping.13MIOPlaceholderMapping;1_neep_v2_2 logosMIOPlaceholderMapping.ComparisonMIOPlaceholderMapping.5MIOPlaceholderMapping.Content Placeholder 5MIOPlaceholderMapping.4MIOPlaceholderMapping-NEE ThemeMIOPlaceholderMapping.ComparisonMIOPlaceholderMapping.42MIOPlaceholderMapping.Content Placeholder 6MIOPlaceholderMapping.23MIOPlaceholderMapping;1_empower_Internal_4x3MIOPlaceholderMapping.2 Text or ObjectMIOPlaceholderMapping.7MIOPlaceholderMapping-NEE ThemeMIOPlaceholderMapping.ComparisonMIOPlaceholderMapping.42MIOPlaceholderMapping;2_FPLGROUP_FinalMIOPlaceholderMapping.2 Title, Text or ObjectMIOPlaceholderMapping.17MIOPlaceholderMapping.TitleMIOPlaceholderMapping.0MIOPlaceholderMapping-NEE ThemeMIOPlaceholderMapping.ComparisonMIOPlaceholderMapping.42MIOPlaceholderMapping.Title 9MIOPlaceholderMapping.0MIOPlaceholderMapping;2_FPLGROUP_FinalMIOPlaceholderMapping.2 Title, Text or ObjectMIOPlaceholderMapping.17MIOPlaceholderMapping.Sub-TitleMIOPlaceholderMapping.22MIOPlaceholderMapping-NEE ThemeMIOPlaceholderMapping.ComparisonMIOPlaceholderMapping.42MIOPlaceholderMapping.Subtitle PlaceholderMIOPlaceholderMapping.20MIOPlaceholderMapping;2_FPLGROUP_FinalMIOPlaceholderMapping.2 Title, Text or ObjectMIOPlaceholderMapping.17MIOPlaceholderMapping.BodyMIOPlaceholderMapping.21MIOPlaceholderMapping-NEE ThemeMIOPlaceholderMapping.ComparisonMIOPlaceholderMapping.42MIOPlaceholderMapping.Content Placeholder 6MIOPlaceholderMapping.13MIOPlaceholderMapping;2_FPLGROUP_FinalMIOPlaceholderMapping.2 Title, Text or ObjectMIOPlaceholderMapping.17MIOPlaceholderMapping.Sub-TitleRightMIOPlaceholderMapping.23MIOPlaceholderMapping-NEE ThemeMIOPlaceholderMapping.ComparisonMIOPlaceholderMapping.42MIOPlaceholderMapping.Subtitle PlaceholderMIOPlaceholderMapping.22MIOPlaceholderMapping;2_FPLGROUP_FinalMIOPlaceholderMapping.2 Title, Text or ObjectMIOPlaceholderMapping.17MIOPlaceholderMapping.BodyRightMIOPlaceholderMapping.17MIOPlaceholderMapping-NEE ThemeMIOPlaceholderMapping.ComparisonMIOPlaceholderMapping.42MIOPlaceholderMapping.Content Placeholder 6MIOPlaceholderMapping.2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empower_Internal_4x3MIOPlaceholderMapping.Sub-Title, Text or ObjectMIOPlaceholderMapping.6MIOPlaceholderMapping.TitleMIOPlaceholderMapping.0MIOPlaceholderMapping-NEE ThemeMIOPlaceholderMapping.Content with CaptionMIOPlaceholderMapping.43MIOPlaceholderMapping.Title 7MIOPlaceholderMapping.0MIOPlaceholderMapping;2_empower_Internal_4x3MIOPlaceholderMapping.Sub-Title, Text or ObjectMIOPlaceholderMapping.6MIOPlaceholderMapping.BodyMIOPlaceholderMapping.14MIOPlaceholderMapping-NEE ThemeMIOPlaceholderMapping.Content with CaptionMIOPlaceholderMapping.43MIOPlaceholderMapping.Content Placeholder 6MIOPlaceholderMapping.13MIOPlaceholderMapping;2_empower_Internal_4x3MIOPlaceholderMapping.Sub-Title, Text or ObjectMIOPlaceholderMapping.6MIOPlaceholderMapping.HeaderMIOPlaceholderMapping.10MIOPlaceholderMapping-NEE ThemeMIOPlaceholderMapping.Content with CaptionMIOPlaceholderMapping.43MIOPlaceholderMapping.Subtitle PlaceholderMIOPlaceholderMapping.20MIOPlaceholderMapping;empower_Internal_4x3MIOPlaceholderMapping.ObjectMIOPlaceholderMapping.36MIOPlaceholderMapping.Title 1MIOPlaceholderMapping.0MIOPlaceholderMapping-NEE ThemeMIOPlaceholderMapping.Content with CaptionMIOPlaceholderMapping.43MIOPlaceholderMapping.Title 7MIOPlaceholderMapping.0MIOPlaceholderMapping;empower_Internal_4x3MIOPlaceholderMapping.ObjectMIOPlaceholderMapping.36MIOPlaceholderMapping.Content Placeholder 2MIOPlaceholderMapping.11MIOPlaceholderMapping-NEE ThemeMIOPlaceholderMapping.Content with CaptionMIOPlaceholderMapping.43MIOPlaceholderMapping.Content Placeholder 6MIOPlaceholderMapping.13MIOPlaceholderMapping;empower_Internal_4x3MIOPlaceholderMapping.ObjectMIOPlaceholderMapping.36MIOPlaceholderMapping.Text Placeholder 4MIOPlaceholderMapping.10MIOPlaceholderMapping-NEE ThemeMIOPlaceholderMapping.Content with CaptionMIOPlaceholderMapping.43MIOPlaceholderMapping.Subtitle PlaceholderMIOPlaceholderMapping.20MIOPlaceholderMapping;empower_Internal_4x3MIOPlaceholderMapping.Text or ObjectMIOPlaceholderMapping.38MIOPlaceholderMapping.Google Shape;34;p5MIOPlaceholderMapping.2MIOPlaceholderMapping-NEE ThemeMIOPlaceholderMapping.Content with CaptionMIOPlaceholderMapping.43MIOPlaceholderMapping.Subtitle PlaceholderMIOPlaceholderMapping.20MIOPlaceholderMapping;empower_Internal_4x3MIOPlaceholderMapping.Text or ObjectMIOPlaceholderMapping.38MIOPlaceholderMapping.Google Shape;33;p5MIOPlaceholderMapping.0MIOPlaceholderMapping-NEE ThemeMIOPlaceholderMapping.Content with CaptionMIOPlaceholderMapping.43MIOPlaceholderMapping.Title 7MIOPlaceholderMapping.0MIOPlaceholderMapping;empower_Internal_4x3MIOPlaceholderMapping.Text or ObjectMIOPlaceholderMapping.38MIOPlaceholderMapping.Google Shape;32;p5MIOPlaceholderMapping.1MIOPlaceholderMapping-NEE ThemeMIOPlaceholderMapping.Content with CaptionMIOPlaceholderMapping.43MIOPlaceholderMapping.Content Placeholder 6MIOPlaceholderMapping.13MIOPlaceholderMapping;1_empower_Internal_4x3MIOPlaceholderMapping.Text or ObjectMIOPlaceholderMapping.2MIOPlaceholderMapping.HeaderMIOPlaceholderMapping.10MIOPlaceholderMapping-NEE ThemeMIOPlaceholderMapping.Content with CaptionMIOPlaceholderMapping.43MIOPlaceholderMapping.Subtitle PlaceholderMIOPlaceholderMapping.20MIOPlaceholderMapping;1_empower_Internal_4x3MIOPlaceholderMapping.Text or ObjectMIOPlaceholderMapping.2MIOPlaceholderMapping.TitleMIOPlaceholderMapping.0MIOPlaceholderMapping-NEE ThemeMIOPlaceholderMapping.Content with CaptionMIOPlaceholderMapping.43MIOPlaceholderMapping.Title 7MIOPlaceholderMapping.0MIOPlaceholderMapping;1_empower_Internal_4x3MIOPlaceholderMapping.Text or ObjectMIOPlaceholderMapping.2MIOPlaceholderMapping.BodyMIOPlaceholderMapping.14MIOPlaceholderMapping-NEE ThemeMIOPlaceholderMapping.Content with CaptionMIOPlaceholderMapping.43MIOPlaceholderMapping.Content Placeholder 6MIOPlaceholderMapping.13MIOPlaceholderMapping;9_neep_v2_2 logosMIOPlaceholderMapping.1_Title and ContentMIOPlaceholderMapping.17MIOPlaceholderMapping-NEE ThemeMIOPlaceholderMapping.Content with CaptionMIOPlaceholderMapping.43MIOPlaceholderMapping;9_neep_v2_2 logosMIOPlaceholderMapping.1_Title and ContentMIOPlaceholderMapping.17MIOPlaceholderMapping.Text Placeholder 3MIOPlaceholderMapping.10MIOPlaceholderMapping-NEE ThemeMIOPlaceholderMapping.Content with CaptionMIOPlaceholderMapping.43MIOPlaceholderMapping.Title 7MIOPlaceholderMapping.0MIOPlaceholderMapping;9_neep_v2_2 logosMIOPlaceholderMapping.1_Title and ContentMIOPlaceholderMapping.17MIOPlaceholderMapping.Title 1MIOPlaceholderMapping.0MIOPlaceholderMapping-NEE ThemeMIOPlaceholderMapping.Content with CaptionMIOPlaceholderMapping.43MIOPlaceholderMapping.Subtitle PlaceholderMIOPlaceholderMapping.20MIOPlaceholderMapping;9_neep_v2_2 logosMIOPlaceholderMapping.1_Title and ContentMIOPlaceholderMapping.17MIOPlaceholderMapping.Content Placeholder 2MIOPlaceholderMapping.1MIOPlaceholderMapping-NEE ThemeMIOPlaceholderMapping.Content with CaptionMIOPlaceholderMapping.43MIOPlaceholderMapping.Content Placeholder 6MIOPlaceholderMapping.13MIOPlaceholderMapping;9_neep_v2_2 logosMIOPlaceholderMapping.Text or ObjectMIOPlaceholderMapping.27MIOPlaceholderMapping-NEE ThemeMIOPlaceholderMapping.Content with CaptionMIOPlaceholderMapping.43MIOPlaceholderMapping;9_neep_v2_2 logosMIOPlaceholderMapping.Text or ObjectMIOPlaceholderMapping.27MIOPlaceholderMapping.HeaderMIOPlaceholderMapping.10MIOPlaceholderMapping-NEE ThemeMIOPlaceholderMapping.Content with CaptionMIOPlaceholderMapping.43MIOPlaceholderMapping.Title 7MIOPlaceholderMapping.0MIOPlaceholderMapping;9_neep_v2_2 logosMIOPlaceholderMapping.Text or ObjectMIOPlaceholderMapping.27MIOPlaceholderMapping.TitleMIOPlaceholderMapping.0MIOPlaceholderMapping-NEE ThemeMIOPlaceholderMapping.Content with CaptionMIOPlaceholderMapping.43MIOPlaceholderMapping.Subtitle PlaceholderMIOPlaceholderMapping.20MIOPlaceholderMapping;9_neep_v2_2 logosMIOPlaceholderMapping.Text or ObjectMIOPlaceholderMapping.27MIOPlaceholderMapping.BodyMIOPlaceholderMapping.14MIOPlaceholderMapping-NEE ThemeMIOPlaceholderMapping.Content with CaptionMIOPlaceholderMapping.43MIOPlaceholderMapping.Content Placeholder 6MIOPlaceholderMapping.13MIOPlaceholderMapping;2_empower_Internal_4x3MIOPlaceholderMapping.Text or ObjectMIOPlaceholderMapping.2MIOPlaceholderMapping-NEE ThemeMIOPlaceholderMapping.Content with CaptionMIOPlaceholderMapping.43MIOPlaceholderMapping;2_empower_Internal_4x3MIOPlaceholderMapping.Text or ObjectMIOPlaceholderMapping.2MIOPlaceholderMapping.HeaderMIOPlaceholderMapping.10MIOPlaceholderMapping-NEE ThemeMIOPlaceholderMapping.Content with CaptionMIOPlaceholderMapping.43MIOPlaceholderMapping.Title 7MIOPlaceholderMapping.0MIOPlaceholderMapping;2_empower_Internal_4x3MIOPlaceholderMapping.Text or ObjectMIOPlaceholderMapping.2MIOPlaceholderMapping.TitleMIOPlaceholderMapping.0MIOPlaceholderMapping-NEE ThemeMIOPlaceholderMapping.Content with CaptionMIOPlaceholderMapping.43MIOPlaceholderMapping.Subtitle PlaceholderMIOPlaceholderMapping.20MIOPlaceholderMapping;2_empower_Internal_4x3MIOPlaceholderMapping.Text or ObjectMIOPlaceholderMapping.2MIOPlaceholderMapping.BodyMIOPlaceholderMapping.14MIOPlaceholderMapping-NEE ThemeMIOPlaceholderMapping.Content with CaptionMIOPlaceholderMapping.43MIOPlaceholderMapping.Content Placeholder 6MIOPlaceholderMapping.13MIOPlaceholderMapping;2_empower_Internal_4x3MIOPlaceholderMapping.Sub-Title, Text or ObjectMIOPlaceholderMapping.6MIOPlaceholderMapping-NEE ThemeMIOPlaceholderMapping.Content with CaptionMIOPlaceholderMapping.43MIOPlaceholderMapping;FPL 4x3MIOPlaceholderMapping.TextMIOPlaceholderMapping.2MIOPlaceholderMapping-NEE ThemeMIOPlaceholderMapping.Content with CaptionMIOPlaceholderMapping.43MIOPlaceholderMapping;FPL 4x3MIOPlaceholderMapping.TextMIOPlaceholderMapping.2MIOPlaceholderMapping.Text Placeholder 4MIOPlaceholderMapping.10MIOPlaceholderMapping-NEE ThemeMIOPlaceholderMapping.Content with CaptionMIOPlaceholderMapping.43MIOPlaceholderMapping.Title 7MIOPlaceholderMapping.0MIOPlaceholderMapping;FPL 4x3MIOPlaceholderMapping.TextMIOPlaceholderMapping.2MIOPlaceholderMapping.Title 2MIOPlaceholderMapping.0MIOPlaceholderMapping-NEE ThemeMIOPlaceholderMapping.Content with CaptionMIOPlaceholderMapping.43MIOPlaceholderMapping.Subtitle PlaceholderMIOPlaceholderMapping.20MIOPlaceholderMapping;FPL 4x3MIOPlaceholderMapping.TextMIOPlaceholderMapping.2MIOPlaceholderMapping.Text Placeholder 7MIOPlaceholderMapping.14MIOPlaceholderMapping-NEE ThemeMIOPlaceholderMapping.Content with CaptionMIOPlaceholderMapping.43MIOPlaceholderMapping.Content Placeholder 6MIOPlaceholderMapping.13MIOPlaceholderMapping;FPL 4x3MIOPlaceholderMapping.TextMIOPlaceholderMapping.2MIOPlaceholderMapping.Text Placeholder 10MIOPlaceholderMapping.13MIOPlaceholderMapping-NEE ThemeMIOPlaceholderMapping.Content with CaptionMIOPlaceholderMapping.43MIOPlaceholderMapping.Footer Placeholder 5MIOPlaceholderMapping.11MIOPlaceholderMapping;FPL 4x3MIOPlaceholderMapping.ObjectMIOPlaceholderMapping.3MIOPlaceholderMapping-NEE ThemeMIOPlaceholderMapping.Content with CaptionMIOPlaceholderMapping.43MIOPlaceholderMapping;FPL 4x3MIOPlaceholderMapping.ObjectMIOPlaceholderMapping.3MIOPlaceholderMapping.Text Placeholder 4MIOPlaceholderMapping.10MIOPlaceholderMapping-NEE ThemeMIOPlaceholderMapping.Content with CaptionMIOPlaceholderMapping.43MIOPlaceholderMapping.Title 7MIOPlaceholderMapping.0MIOPlaceholderMapping;FPL 4x3MIOPlaceholderMapping.ObjectMIOPlaceholderMapping.3MIOPlaceholderMapping.Title 1MIOPlaceholderMapping.0MIOPlaceholderMapping-NEE ThemeMIOPlaceholderMapping.Content with CaptionMIOPlaceholderMapping.43MIOPlaceholderMapping.Subtitle PlaceholderMIOPlaceholderMapping.20MIOPlaceholderMapping;FPL 4x3MIOPlaceholderMapping.ObjectMIOPlaceholderMapping.3MIOPlaceholderMapping.Content Placeholder 2MIOPlaceholderMapping.11MIOPlaceholderMapping-NEE ThemeMIOPlaceholderMapping.Content with CaptionMIOPlaceholderMapping.43MIOPlaceholderMapping.Content Placeholder 6MIOPlaceholderMapping.13MIOPlaceholderMapping;FPL 16x9MIOPlaceholderMapping.TextMIOPlaceholderMapping.2MIOPlaceholderMapping-NEE ThemeMIOPlaceholderMapping.Content with CaptionMIOPlaceholderMapping.43MIOPlaceholderMapping;FPL 16x9MIOPlaceholderMapping.TextMIOPlaceholderMapping.2MIOPlaceholderMapping.Text Placeholder 4MIOPlaceholderMapping.10MIOPlaceholderMapping-NEE ThemeMIOPlaceholderMapping.Content with CaptionMIOPlaceholderMapping.43MIOPlaceholderMapping.Title 7MIOPlaceholderMapping.0MIOPlaceholderMapping;FPL 16x9MIOPlaceholderMapping.TextMIOPlaceholderMapping.2MIOPlaceholderMapping.Title 2MIOPlaceholderMapping.0MIOPlaceholderMapping-NEE ThemeMIOPlaceholderMapping.Content with CaptionMIOPlaceholderMapping.43MIOPlaceholderMapping.Subtitle PlaceholderMIOPlaceholderMapping.20MIOPlaceholderMapping;FPL 16x9MIOPlaceholderMapping.TextMIOPlaceholderMapping.2MIOPlaceholderMapping.Text Placeholder 7MIOPlaceholderMapping.14MIOPlaceholderMapping-NEE ThemeMIOPlaceholderMapping.Content with CaptionMIOPlaceholderMapping.43MIOPlaceholderMapping.Content Placeholder 6MIOPlaceholderMapping.13MIOPlaceholderMapping;FPL 16x9MIOPlaceholderMapping.ObjectMIOPlaceholderMapping.3MIOPlaceholderMapping-NEE ThemeMIOPlaceholderMapping.Content with CaptionMIOPlaceholderMapping.43MIOPlaceholderMapping;FPL 16x9MIOPlaceholderMapping.ObjectMIOPlaceholderMapping.3MIOPlaceholderMapping.Text Placeholder 4MIOPlaceholderMapping.10MIOPlaceholderMapping-NEE ThemeMIOPlaceholderMapping.Content with CaptionMIOPlaceholderMapping.43MIOPlaceholderMapping.Title 7MIOPlaceholderMapping.0MIOPlaceholderMapping;FPL 16x9MIOPlaceholderMapping.Text or ObjectMIOPlaceholderMapping.30MIOPlaceholderMapping-NEE ThemeMIOPlaceholderMapping.Content with CaptionMIOPlaceholderMapping.43MIOPlaceholderMapping;FPL 16x9MIOPlaceholderMapping.Text or ObjectMIOPlaceholderMapping.30MIOPlaceholderMapping.HeaderMIOPlaceholderMapping.10MIOPlaceholderMapping-NEE ThemeMIOPlaceholderMapping.Content with CaptionMIOPlaceholderMapping.43MIOPlaceholderMapping.Title 7MIOPlaceholderMapping.0MIOPlaceholderMapping;FPL 16x9MIOPlaceholderMapping.Text or ObjectMIOPlaceholderMapping.30MIOPlaceholderMapping.TitleMIOPlaceholderMapping.0MIOPlaceholderMapping-NEE ThemeMIOPlaceholderMapping.Content with CaptionMIOPlaceholderMapping.43MIOPlaceholderMapping.Subtitle PlaceholderMIOPlaceholderMapping.20MIOPlaceholderMapping;FPL 16x9MIOPlaceholderMapping.Text or ObjectMIOPlaceholderMapping.30MIOPlaceholderMapping.BodyMIOPlaceholderMapping.14MIOPlaceholderMapping-NEE ThemeMIOPlaceholderMapping.Content with CaptionMIOPlaceholderMapping.43MIOPlaceholderMapping.Content Placeholder 6MIOPlaceholderMapping.13MIOPlaceholderMapping;empower_Internal_4x3MIOPlaceholderMapping.Text or ObjectMIOPlaceholderMapping.2MIOPlaceholderMapping.HeaderMIOPlaceholderMapping.10MIOPlaceholderMapping-NEE ThemeMIOPlaceholderMapping.Content with CaptionMIOPlaceholderMapping.43MIOPlaceholderMapping.Title 7MIOPlaceholderMapping.0MIOPlaceholderMapping;empower_Internal_4x3MIOPlaceholderMapping.Text or ObjectMIOPlaceholderMapping.2MIOPlaceholderMapping.TitleMIOPlaceholderMapping.0MIOPlaceholderMapping-NEE ThemeMIOPlaceholderMapping.Content with CaptionMIOPlaceholderMapping.43MIOPlaceholderMapping.Subtitle PlaceholderMIOPlaceholderMapping.20MIOPlaceholderMapping;empower_Internal_4x3MIOPlaceholderMapping.Text or ObjectMIOPlaceholderMapping.2MIOPlaceholderMapping.BodyMIOPlaceholderMapping.14MIOPlaceholderMapping-NEE ThemeMIOPlaceholderMapping.Content with CaptionMIOPlaceholderMapping.43MIOPlaceholderMapping.Content Placeholder 6MIOPlaceholderMapping.13MIOPlaceholderMapping;5_neep_v2_2 logosMIOPlaceholderMapping.Text or ObjectMIOPlaceholderMapping.3MIOPlaceholderMapping-NEE ThemeMIOPlaceholderMapping.Content with CaptionMIOPlaceholderMapping.43MIOPlaceholderMapping;5_neep_v2_2 logosMIOPlaceholderMapping.Text or ObjectMIOPlaceholderMapping.3MIOPlaceholderMapping.HeaderMIOPlaceholderMapping.10MIOPlaceholderMapping-NEE ThemeMIOPlaceholderMapping.Content with CaptionMIOPlaceholderMapping.43MIOPlaceholderMapping.Title 7MIOPlaceholderMapping.0MIOPlaceholderMapping;5_neep_v2_2 logosMIOPlaceholderMapping.Text or ObjectMIOPlaceholderMapping.3MIOPlaceholderMapping.TitleMIOPlaceholderMapping.0MIOPlaceholderMapping-NEE ThemeMIOPlaceholderMapping.Content with CaptionMIOPlaceholderMapping.43MIOPlaceholderMapping.Subtitle PlaceholderMIOPlaceholderMapping.20MIOPlaceholderMapping;5_neep_v2_2 logosMIOPlaceholderMapping.Text or ObjectMIOPlaceholderMapping.3MIOPlaceholderMapping.BodyMIOPlaceholderMapping.14MIOPlaceholderMapping-NEE ThemeMIOPlaceholderMapping.Content with CaptionMIOPlaceholderMapping.43MIOPlaceholderMapping.Content Placeholder 6MIOPlaceholderMapping.13MIOPlaceholderMapping;1_empower_Internal_4x3MIOPlaceholderMapping.Text or ObjectMIOPlaceholderMapping.2MIOPlaceholderMapping-NEE ThemeMIOPlaceholderMapping.Content with CaptionMIOPlaceholderMapping.4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Title OnlyMIOPlaceholderMapping.6MIOPlaceholderMapping-NEE ThemeMIOPlaceholderMapping.Title OnlyMIOPlaceholderMapping.44MIOPlaceholderMapping;2_FPLGROUP_FinalMIOPlaceholderMapping.Title OnlyMIOPlaceholderMapping.6MIOPlaceholderMapping.Title 1MIOPlaceholderMapping.0MIOPlaceholderMapping-NEE ThemeMIOPlaceholderMapping.Title OnlyMIOPlaceholderMapping.44MIOPlaceholderMapping.Title 1MIOPlaceholderMapping.0MIOPlaceholderMapping;8_blankMIOPlaceholderMapping.Title OnlyMIOPlaceholderMapping.5MIOPlaceholderMapping-NEE ThemeMIOPlaceholderMapping.Title OnlyMIOPlaceholderMapping.44MIOPlaceholderMapping;8_blankMIOPlaceholderMapping.Title OnlyMIOPlaceholderMapping.5MIOPlaceholderMapping.Title 1MIOPlaceholderMapping.0MIOPlaceholderMapping-NEE ThemeMIOPlaceholderMapping.Title OnlyMIOPlaceholderMapping.44MIOPlaceholderMapping.Title 1MIOPlaceholderMapping.0MIOPlaceholderMapping;7_neep_v2_2 logosMIOPlaceholderMapping.Title OnlyMIOPlaceholderMapping.6MIOPlaceholderMapping-NEE ThemeMIOPlaceholderMapping.Title OnlyMIOPlaceholderMapping.44MIOPlaceholderMapping;7_neep_v2_2 logosMIOPlaceholderMapping.Title OnlyMIOPlaceholderMapping.6MIOPlaceholderMapping.Title 1MIOPlaceholderMapping.0MIOPlaceholderMapping-NEE ThemeMIOPlaceholderMapping.Title OnlyMIOPlaceholderMapping.44MIOPlaceholderMapping.Title 1MIOPlaceholderMapping.0MIOPlaceholderMapping;7_neep_v2_2 logosMIOPlaceholderMapping.Custom LayoutMIOPlaceholderMapping.21MIOPlaceholderMapping-NEE ThemeMIOPlaceholderMapping.Title OnlyMIOPlaceholderMapping.44MIOPlaceholderMapping;7_neep_v2_2 logosMIOPlaceholderMapping.Custom LayoutMIOPlaceholderMapping.21MIOPlaceholderMapping.Title 1MIOPlaceholderMapping.0MIOPlaceholderMapping-NEE ThemeMIOPlaceholderMapping.Title OnlyMIOPlaceholderMapping.44MIOPlaceholderMapping.Title 1MIOPlaceholderMapping.0MIOPlaceholderMapping;7_neep_v2_2 logosMIOPlaceholderMapping.Custom LayoutMIOPlaceholderMapping.21MIOPlaceholderMapping.Text Placeholder 7MIOPlaceholderMapping.11MIOPlaceholderMapping-NEE ThemeMIOPlaceholderMapping.Title OnlyMIOPlaceholderMapping.44MIOPlaceholderMapping.Footer Placeholder 3MIOPlaceholderMapping.11MIOPlaceholderMapping;7_neep_v2_2 logosMIOPlaceholderMapping.1_Title OnlyMIOPlaceholderMapping.22MIOPlaceholderMapping-NEE ThemeMIOPlaceholderMapping.Title OnlyMIOPlaceholderMapping.44MIOPlaceholderMapping;8_neep_v2_2 logosMIOPlaceholderMapping.Custom LayoutMIOPlaceholderMapping.21MIOPlaceholderMapping-NEE ThemeMIOPlaceholderMapping.Title OnlyMIOPlaceholderMapping.44MIOPlaceholderMapping;8_neep_v2_2 logosMIOPlaceholderMapping.Custom LayoutMIOPlaceholderMapping.21MIOPlaceholderMapping.Title 1MIOPlaceholderMapping.0MIOPlaceholderMapping-NEE ThemeMIOPlaceholderMapping.Title OnlyMIOPlaceholderMapping.44MIOPlaceholderMapping.Title 1MIOPlaceholderMapping.0MIOPlaceholderMapping;8_neep_v2_2 logosMIOPlaceholderMapping.1_Title OnlyMIOPlaceholderMapping.22MIOPlaceholderMapping-NEE ThemeMIOPlaceholderMapping.Title OnlyMIOPlaceholderMapping.44MIOPlaceholderMapping;9_neep_v2_2 logosMIOPlaceholderMapping.Title OnlyMIOPlaceholderMapping.6MIOPlaceholderMapping-NEE ThemeMIOPlaceholderMapping.Title OnlyMIOPlaceholderMapping.44MIOPlaceholderMapping;9_neep_v2_2 logosMIOPlaceholderMapping.Title OnlyMIOPlaceholderMapping.6MIOPlaceholderMapping.Title 1MIOPlaceholderMapping.0MIOPlaceholderMapping-NEE ThemeMIOPlaceholderMapping.Title OnlyMIOPlaceholderMapping.44MIOPlaceholderMapping.Title 1MIOPlaceholderMapping.0MIOPlaceholderMapping;9_neep_v2_2 logosMIOPlaceholderMapping.Custom LayoutMIOPlaceholderMapping.21MIOPlaceholderMapping-NEE ThemeMIOPlaceholderMapping.Title OnlyMIOPlaceholderMapping.44MIOPlaceholderMapping;9_neep_v2_2 logosMIOPlaceholderMapping.Custom LayoutMIOPlaceholderMapping.21MIOPlaceholderMapping.Title 1MIOPlaceholderMapping.0MIOPlaceholderMapping-NEE ThemeMIOPlaceholderMapping.Title OnlyMIOPlaceholderMapping.44MIOPlaceholderMapping.Title 1MIOPlaceholderMapping.0MIOPlaceholderMapping;9_neep_v2_2 logosMIOPlaceholderMapping.1_Title OnlyMIOPlaceholderMapping.22MIOPlaceholderMapping-NEE ThemeMIOPlaceholderMapping.Title OnlyMIOPlaceholderMapping.44MIOPlaceholderMapping;9_neep_v2_2 logosMIOPlaceholderMapping.1_Title OnlyMIOPlaceholderMapping.22MIOPlaceholderMapping.Title 1MIOPlaceholderMapping.0MIOPlaceholderMapping-NEE ThemeMIOPlaceholderMapping.Title OnlyMIOPlaceholderMapping.44MIOPlaceholderMapping.Title 1MIOPlaceholderMapping.0MIOPlaceholderMapping;2_empower_Internal_4x3MIOPlaceholderMapping.Title OnlyMIOPlaceholderMapping.23MIOPlaceholderMapping-NEE ThemeMIOPlaceholderMapping.Title OnlyMIOPlaceholderMapping.44MIOPlaceholderMapping;2_empower_Internal_4x3MIOPlaceholderMapping.Title OnlyMIOPlaceholderMapping.23MIOPlaceholderMapping.TitleMIOPlaceholderMapping.0MIOPlaceholderMapping-NEE ThemeMIOPlaceholderMapping.Title OnlyMIOPlaceholderMapping.44MIOPlaceholderMapping.Title 1MIOPlaceholderMapping.0MIOPlaceholderMapping;1_NextEra Energy WhiteMIOPlaceholderMapping.Title OnlyMIOPlaceholderMapping.20MIOPlaceholderMapping-NEE ThemeMIOPlaceholderMapping.Title OnlyMIOPlaceholderMapping.44MIOPlaceholderMapping;1_NextEra Energy WhiteMIOPlaceholderMapping.Title OnlyMIOPlaceholderMapping.20MIOPlaceholderMapping.TitleMIOPlaceholderMapping.0MIOPlaceholderMapping-NEE ThemeMIOPlaceholderMapping.Title OnlyMIOPlaceholderMapping.44MIOPlaceholderMapping.Title 1MIOPlaceholderMapping.0MIOPlaceholderMapping;3_NextEra Energy WhiteMIOPlaceholderMapping.Title OnlyMIOPlaceholderMapping.20MIOPlaceholderMapping-NEE ThemeMIOPlaceholderMapping.Title OnlyMIOPlaceholderMapping.44MIOPlaceholderMapping;3_NextEra Energy WhiteMIOPlaceholderMapping.Title OnlyMIOPlaceholderMapping.20MIOPlaceholderMapping.TitleMIOPlaceholderMapping.0MIOPlaceholderMapping-NEE ThemeMIOPlaceholderMapping.Title OnlyMIOPlaceholderMapping.44MIOPlaceholderMapping.Title 1MIOPlaceholderMapping.0MIOPlaceholderMapping;2_NextEra Energy WhiteMIOPlaceholderMapping.Title OnlyMIOPlaceholderMapping.20MIOPlaceholderMapping-NEE ThemeMIOPlaceholderMapping.Title OnlyMIOPlaceholderMapping.44MIOPlaceholderMapping;2_NextEra Energy WhiteMIOPlaceholderMapping.Title OnlyMIOPlaceholderMapping.20MIOPlaceholderMapping.TitleMIOPlaceholderMapping.0MIOPlaceholderMapping-NEE ThemeMIOPlaceholderMapping.Title OnlyMIOPlaceholderMapping.44MIOPlaceholderMapping.Title 1MIOPlaceholderMapping.0MIOPlaceholderMapping;4_neep_v2_2 logosMIOPlaceholderMapping.Title OnlyMIOPlaceholderMapping.6MIOPlaceholderMapping-NEE ThemeMIOPlaceholderMapping.Title OnlyMIOPlaceholderMapping.44MIOPlaceholderMapping;4_neep_v2_2 logosMIOPlaceholderMapping.Title OnlyMIOPlaceholderMapping.6MIOPlaceholderMapping.Title 1MIOPlaceholderMapping.0MIOPlaceholderMapping-NEE ThemeMIOPlaceholderMapping.Title OnlyMIOPlaceholderMapping.44MIOPlaceholderMapping.Title 1MIOPlaceholderMapping.0MIOPlaceholderMapping;3_FPLGROUP_FinalMIOPlaceholderMapping.Title OnlyMIOPlaceholderMapping.6MIOPlaceholderMapping-NEE ThemeMIOPlaceholderMapping.Title OnlyMIOPlaceholderMapping.44MIOPlaceholderMapping;3_FPLGROUP_FinalMIOPlaceholderMapping.Title OnlyMIOPlaceholderMapping.6MIOPlaceholderMapping.Title 1MIOPlaceholderMapping.0MIOPlaceholderMapping-NEE ThemeMIOPlaceholderMapping.Title OnlyMIOPlaceholderMapping.44MIOPlaceholderMapping.Title 1MIOPlaceholderMapping.0MIOPlaceholderMapping;1_neep_v2_2 logosMIOPlaceholderMapping.Title OnlyMIOPlaceholderMapping.6MIOPlaceholderMapping-NEE ThemeMIOPlaceholderMapping.Title OnlyMIOPlaceholderMapping.44MIOPlaceholderMapping;1_neep_v2_2 logosMIOPlaceholderMapping.Title OnlyMIOPlaceholderMapping.6MIOPlaceholderMapping.Title 1MIOPlaceholderMapping.0MIOPlaceholderMapping-NEE ThemeMIOPlaceholderMapping.Title OnlyMIOPlaceholderMapping.44MIOPlaceholderMapping.Title 1MIOPlaceholderMapping.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2_FPLGROUP_FinalMIOPlaceholderMapping.Picture with CaptionMIOPlaceholderMapping.9MIOPlaceholderMapping-NEE ThemeMIOPlaceholderMapping.Cover ImageMIOPlaceholderMapping.89MIOPlaceholderMapping;2_FPLGROUP_FinalMIOPlaceholderMapping.Picture with CaptionMIOPlaceholderMapping.9MIOPlaceholderMapping.Picture Placeholder 2MIOPlaceholderMapping.1MIOPlaceholderMapping-NEE ThemeMIOPlaceholderMapping.Cover ImageMIOPlaceholderMapping.89MIOPlaceholderMapping.Picture PlaceholderMIOPlaceholderMapping.16MIOPlaceholderMapping;2_FPLGROUP_FinalMIOPlaceholderMapping.Picture with CaptionMIOPlaceholderMapping.9MIOPlaceholderMapping.Title 1MIOPlaceholderMapping.0MIOPlaceholderMapping-NEE ThemeMIOPlaceholderMapping.Cover ImageMIOPlaceholderMapping.89MIOPlaceholderMapping.Title 14MIOPlaceholderMapping.0MIOPlaceholderMapping;2_FPLGROUP_FinalMIOPlaceholderMapping.Picture with CaptionMIOPlaceholderMapping.9MIOPlaceholderMapping.Text Placeholder 3MIOPlaceholderMapping.2MIOPlaceholderMapping-NEE ThemeMIOPlaceholderMapping.Cover ImageMIOPlaceholderMapping.89MIOPlaceholderMapping.MIO_CONVERT_SLIDES_SUBTITLEMIOPlaceholderMapping.17MIOPlaceholderMapping;4_neep_v2_2 logosMIOPlaceholderMapping.Picture with CaptionMIOPlaceholderMapping.9MIOPlaceholderMapping-NEE ThemeMIOPlaceholderMapping.Cover ImageMIOPlaceholderMapping.89MIOPlaceholderMapping;4_neep_v2_2 logosMIOPlaceholderMapping.Picture with CaptionMIOPlaceholderMapping.9MIOPlaceholderMapping.Picture Placeholder 2MIOPlaceholderMapping.1MIOPlaceholderMapping-NEE ThemeMIOPlaceholderMapping.Cover ImageMIOPlaceholderMapping.89MIOPlaceholderMapping.Picture PlaceholderMIOPlaceholderMapping.16MIOPlaceholderMapping;4_neep_v2_2 logosMIOPlaceholderMapping.Picture with CaptionMIOPlaceholderMapping.9MIOPlaceholderMapping.Title 1MIOPlaceholderMapping.0MIOPlaceholderMapping-NEE ThemeMIOPlaceholderMapping.Cover ImageMIOPlaceholderMapping.89MIOPlaceholderMapping.Title 14MIOPlaceholderMapping.0MIOPlaceholderMapping;4_neep_v2_2 logosMIOPlaceholderMapping.Picture with CaptionMIOPlaceholderMapping.9MIOPlaceholderMapping.Text Placeholder 3MIOPlaceholderMapping.2MIOPlaceholderMapping-NEE ThemeMIOPlaceholderMapping.Cover ImageMIOPlaceholderMapping.89MIOPlaceholderMapping.MIO_CONVERT_SLIDES_SUBTITLEMIOPlaceholderMapping.17MIOPlaceholderMapping;3_FPLGROUP_FinalMIOPlaceholderMapping.Picture with CaptionMIOPlaceholderMapping.9MIOPlaceholderMapping-NEE ThemeMIOPlaceholderMapping.Cover ImageMIOPlaceholderMapping.89MIOPlaceholderMapping;3_FPLGROUP_FinalMIOPlaceholderMapping.Picture with CaptionMIOPlaceholderMapping.9MIOPlaceholderMapping.Picture Placeholder 2MIOPlaceholderMapping.1MIOPlaceholderMapping-NEE ThemeMIOPlaceholderMapping.Cover ImageMIOPlaceholderMapping.89MIOPlaceholderMapping.Picture PlaceholderMIOPlaceholderMapping.16MIOPlaceholderMapping;3_FPLGROUP_FinalMIOPlaceholderMapping.Picture with CaptionMIOPlaceholderMapping.9MIOPlaceholderMapping.Title 1MIOPlaceholderMapping.0MIOPlaceholderMapping-NEE ThemeMIOPlaceholderMapping.Cover ImageMIOPlaceholderMapping.89MIOPlaceholderMapping.Title 14MIOPlaceholderMapping.0MIOPlaceholderMapping;3_FPLGROUP_FinalMIOPlaceholderMapping.Picture with CaptionMIOPlaceholderMapping.9MIOPlaceholderMapping.Text Placeholder 3MIOPlaceholderMapping.2MIOPlaceholderMapping-NEE ThemeMIOPlaceholderMapping.Cover ImageMIOPlaceholderMapping.89MIOPlaceholderMapping.MIO_CONVERT_SLIDES_SUBTITLEMIOPlaceholderMapping.17MIOPlaceholderMapping;1_neep_v2_2 logosMIOPlaceholderMapping.Picture with CaptionMIOPlaceholderMapping.9MIOPlaceholderMapping-NEE ThemeMIOPlaceholderMapping.Cover ImageMIOPlaceholderMapping.89MIOPlaceholderMapping;1_neep_v2_2 logosMIOPlaceholderMapping.Picture with CaptionMIOPlaceholderMapping.9MIOPlaceholderMapping.Picture Placeholder 2MIOPlaceholderMapping.1MIOPlaceholderMapping-NEE ThemeMIOPlaceholderMapping.Cover ImageMIOPlaceholderMapping.89MIOPlaceholderMapping.Picture PlaceholderMIOPlaceholderMapping.16MIOPlaceholderMapping;1_neep_v2_2 logosMIOPlaceholderMapping.Picture with CaptionMIOPlaceholderMapping.9MIOPlaceholderMapping.Title 1MIOPlaceholderMapping.0MIOPlaceholderMapping-NEE ThemeMIOPlaceholderMapping.Cover ImageMIOPlaceholderMapping.89MIOPlaceholderMapping.Title 14MIOPlaceholderMapping.0MIOPlaceholderMapping;1_neep_v2_2 logosMIOPlaceholderMapping.Picture with CaptionMIOPlaceholderMapping.9MIOPlaceholderMapping.Text Placeholder 3MIOPlaceholderMapping.2MIOPlaceholderMapping-NEE ThemeMIOPlaceholderMapping.Cover ImageMIOPlaceholderMapping.89MIOPlaceholderMapping.MIO_CONVERT_SLIDES_SUBTITLEMIOPlaceholderMapping.1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1_NextEra Energy WhiteMIOPlaceholderMapping.Title SlideMIOPlaceholderMapping.27MIOPlaceholderMapping-NEE ThemeMIOPlaceholderMapping.Section HeaderMIOPlaceholderMapping.94MIOPlaceholderMapping;1_NextEra Energy WhiteMIOPlaceholderMapping.Title SlideMIOPlaceholderMapping.27MIOPlaceholderMapping.Title 1MIOPlaceholderMapping.0MIOPlaceholderMapping-NEE ThemeMIOPlaceholderMapping.Section HeaderMIOPlaceholderMapping.94MIOPlaceholderMapping.Title 1MIOPlaceholderMapping.0MIOPlaceholderMapping;1_NextEra Energy WhiteMIOPlaceholderMapping.Title SlideMIOPlaceholderMapping.27MIOPlaceholderMapping.Subtitle 2MIOPlaceholderMapping.1MIOPlaceholderMapping-NEE ThemeMIOPlaceholderMapping.Section HeaderMIOPlaceholderMapping.94MIOPlaceholderMapping.MIO_CONVERT_SLIDES_SUBTITLEMIOPlaceholderMapping.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roprietary &amp; Confidential;"/>
  <p:tag name="MIO_USER_INPUT_OPTIONAL" val=" "/>
  <p:tag name="MIO_USER_INPUT_OPTIONS" val="Proprietary &amp; Confidential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legal disclaimer text;"/>
  <p:tag name="MIO_USER_INPUT_OPTIONAL" val=" "/>
  <p:tag name="MIO_USER_INPUT_TEXT" val=" 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ustom watermark;"/>
  <p:tag name="MIO_USER_INPUT_OPTIONAL" val=" "/>
  <p:tag name="MIO_USER_INPUT_TEXT" val=" 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empower_Internal_4x3MIOPlaceholderMapping.LogoMIOPlaceholderMapping.24MIOPlaceholderMapping-NEE ThemeMIOPlaceholderMapping.Logo WhiteMIOPlaceholderMapping.99MIOPlaceholderMapping;NextEra Energy BlueMIOPlaceholderMapping.LogoMIOPlaceholderMapping.9MIOPlaceholderMapping-NEE ThemeMIOPlaceholderMapping.Logo WhiteMIOPlaceholderMapping.99MIOPlaceholderMapping;2_empower_Internal_4x3MIOPlaceholderMapping.LogoMIOPlaceholderMapping.22MIOPlaceholderMapping-NEE ThemeMIOPlaceholderMapping.Logo WhiteMIOPlaceholderMapping.99MIOPlaceholderMapping;empower_Internal_4x3MIOPlaceholderMapping.LogoMIOPlaceholderMapping.22MIOPlaceholderMapping-NEE ThemeMIOPlaceholderMapping.Logo WhiteMIOPlaceholderMapping.99MIOPlaceholderMapping;1_empower_Internal_4x3MIOPlaceholderMapping.LogoMIOPlaceholderMapping.22MIOPlaceholderMapping-NEE ThemeMIOPlaceholderMapping.Logo WhiteMIOPlaceholderMapping.99MIOPlaceholderMapping;FPL 4x3MIOPlaceholderMapping.LogoMIOPlaceholderMapping.20MIOPlaceholderMapping-NEE ThemeMIOPlaceholderMapping.Logo WhiteMIOPlaceholderMapping.99MIOPlaceholderMapping;1_NextEra Energy WhiteMIOPlaceholderMapping.LogoMIOPlaceholderMapping.23MIOPlaceholderMapping-NEE ThemeMIOPlaceholderMapping.Logo WhiteMIOPlaceholderMapping.99MIOPlaceholderMapping;3_NextEra Energy WhiteMIOPlaceholderMapping.LogoMIOPlaceholderMapping.23MIOPlaceholderMapping-NEE ThemeMIOPlaceholderMapping.Logo WhiteMIOPlaceholderMapping.99MIOPlaceholderMapping;2_NextEra Energy WhiteMIOPlaceholderMapping.LogoMIOPlaceholderMapping.23MIOPlaceholderMapping-NEE ThemeMIOPlaceholderMapping.Logo WhiteMIOPlaceholderMapping.99MIOPlaceholderMapping;FPL 16x9MIOPlaceholderMapping.LogoMIOPlaceholderMapping.21MIOPlaceholderMapping-NEE ThemeMIOPlaceholderMapping.Logo WhiteMIOPlaceholderMapping.99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NEE Theme">
  <a:themeElements>
    <a:clrScheme name="NEE Colors">
      <a:dk1>
        <a:srgbClr val="000000"/>
      </a:dk1>
      <a:lt1>
        <a:srgbClr val="FFFFFF"/>
      </a:lt1>
      <a:dk2>
        <a:srgbClr val="0C2738"/>
      </a:dk2>
      <a:lt2>
        <a:srgbClr val="F2F2F2"/>
      </a:lt2>
      <a:accent1>
        <a:srgbClr val="008AC0"/>
      </a:accent1>
      <a:accent2>
        <a:srgbClr val="73B843"/>
      </a:accent2>
      <a:accent3>
        <a:srgbClr val="7E858B"/>
      </a:accent3>
      <a:accent4>
        <a:srgbClr val="5D1E7C"/>
      </a:accent4>
      <a:accent5>
        <a:srgbClr val="FF5500"/>
      </a:accent5>
      <a:accent6>
        <a:srgbClr val="FFC300"/>
      </a:accent6>
      <a:hlink>
        <a:srgbClr val="008AC0"/>
      </a:hlink>
      <a:folHlink>
        <a:srgbClr val="0C2738"/>
      </a:folHlink>
    </a:clrScheme>
    <a:fontScheme name="NextEra Theme Colors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square" rtlCol="0" anchor="ctr">
        <a:noAutofit/>
      </a:bodyPr>
      <a:lstStyle>
        <a:defPPr algn="ctr">
          <a:spcBef>
            <a:spcPts val="300"/>
          </a:spcBef>
          <a:spcAft>
            <a:spcPts val="300"/>
          </a:spcAft>
          <a:defRPr sz="1400" dirty="0" err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spcBef>
            <a:spcPts val="300"/>
          </a:spcBef>
          <a:spcAft>
            <a:spcPts val="300"/>
          </a:spcAft>
          <a:defRPr sz="1400" dirty="0" err="1">
            <a:solidFill>
              <a:schemeClr val="tx2"/>
            </a:solidFill>
          </a:defRPr>
        </a:defPPr>
      </a:lstStyle>
    </a:txDef>
  </a:objectDefaults>
  <a:extraClrSchemeLst/>
  <a:custClrLst>
    <a:custClr name="Brand Blue">
      <a:srgbClr val="008AC0"/>
    </a:custClr>
    <a:custClr name="Brand Green">
      <a:srgbClr val="73B843"/>
    </a:custClr>
    <a:custClr name="Brand Gray">
      <a:srgbClr val="7E858B"/>
    </a:custClr>
    <a:custClr name="BLANK">
      <a:srgbClr val="FFFFFF"/>
    </a:custClr>
    <a:custClr name="BLANK">
      <a:srgbClr val="FFFFFF"/>
    </a:custClr>
    <a:custClr name="Red">
      <a:srgbClr val="E60039"/>
    </a:custClr>
    <a:custClr name="Purple">
      <a:srgbClr val="5D1E7C"/>
    </a:custClr>
    <a:custClr name="Orange">
      <a:srgbClr val="FF5500"/>
    </a:custClr>
    <a:custClr name="Gold">
      <a:srgbClr val="FFC300"/>
    </a:custClr>
    <a:custClr name="Light Blue">
      <a:srgbClr val="2DB7E6"/>
    </a:custClr>
    <a:custClr name="Brand Blue Light">
      <a:srgbClr val="CEE1EE"/>
    </a:custClr>
    <a:custClr name="Brand Green Light">
      <a:srgbClr val="DAE9CB"/>
    </a:custClr>
    <a:custClr name="Brand Gray Light">
      <a:srgbClr val="D7D9DB"/>
    </a:custClr>
    <a:custClr name="BLANK">
      <a:srgbClr val="FFFFFF"/>
    </a:custClr>
    <a:custClr name="BLANK">
      <a:srgbClr val="FFFFFF"/>
    </a:custClr>
    <a:custClr name="Red Light">
      <a:srgbClr val="F5CCCF"/>
    </a:custClr>
    <a:custClr name="Purple Light">
      <a:srgbClr val="D4C8DC"/>
    </a:custClr>
    <a:custClr name="Orange Light">
      <a:srgbClr val="FBDDD0"/>
    </a:custClr>
    <a:custClr name="Gold Light">
      <a:srgbClr val="FDF1CE"/>
    </a:custClr>
    <a:custClr name="Brand Light Blue Light">
      <a:srgbClr val="CEE9F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Wind Green">
      <a:srgbClr val="A4C041"/>
    </a:custClr>
    <a:custClr name="Solar Yellow">
      <a:srgbClr val="EBCC44"/>
    </a:custClr>
    <a:custClr name="Storage Orange">
      <a:srgbClr val="D69032"/>
    </a:custClr>
    <a:custClr name="Nuclear Pink">
      <a:srgbClr val="C868B7"/>
    </a:custClr>
    <a:custClr name="Natural Gas Blue">
      <a:srgbClr val="59C2D7"/>
    </a:custClr>
    <a:custClr name="Transmission Blue">
      <a:srgbClr val="1B3E85"/>
    </a:custClr>
    <a:custClr name="Coral Brand Gray">
      <a:srgbClr val="7E858B"/>
    </a:custClr>
    <a:custClr name="Oil Black">
      <a:srgbClr val="000000"/>
    </a:custClr>
    <a:custClr name="Other Purple">
      <a:srgbClr val="7E17B9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efault Theme.pptx" id="{A378720D-7D63-4CDF-8A64-2243C22F8B64}" vid="{14D3256B-75E4-4158-9C1B-78BC5E8A6DE6}"/>
    </a:ext>
  </a:extLst>
</a:theme>
</file>

<file path=ppt/theme/theme2.xml><?xml version="1.0" encoding="utf-8"?>
<a:theme xmlns:a="http://schemas.openxmlformats.org/drawingml/2006/main" name="Office Theme">
  <a:themeElements>
    <a:clrScheme name="NextEra Theme Colors">
      <a:dk1>
        <a:srgbClr val="000000"/>
      </a:dk1>
      <a:lt1>
        <a:srgbClr val="FFFFFF"/>
      </a:lt1>
      <a:dk2>
        <a:srgbClr val="0C2738"/>
      </a:dk2>
      <a:lt2>
        <a:srgbClr val="F2F2F2"/>
      </a:lt2>
      <a:accent1>
        <a:srgbClr val="008AC0"/>
      </a:accent1>
      <a:accent2>
        <a:srgbClr val="73B843"/>
      </a:accent2>
      <a:accent3>
        <a:srgbClr val="7E858B"/>
      </a:accent3>
      <a:accent4>
        <a:srgbClr val="5D1E7C"/>
      </a:accent4>
      <a:accent5>
        <a:srgbClr val="DF4E00"/>
      </a:accent5>
      <a:accent6>
        <a:srgbClr val="F89D00"/>
      </a:accent6>
      <a:hlink>
        <a:srgbClr val="008AC0"/>
      </a:hlink>
      <a:folHlink>
        <a:srgbClr val="0C2738"/>
      </a:folHlink>
    </a:clrScheme>
    <a:fontScheme name="NextEra Theme Colors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extEra Theme Colors">
      <a:dk1>
        <a:srgbClr val="000000"/>
      </a:dk1>
      <a:lt1>
        <a:srgbClr val="FFFFFF"/>
      </a:lt1>
      <a:dk2>
        <a:srgbClr val="0C2738"/>
      </a:dk2>
      <a:lt2>
        <a:srgbClr val="F2F2F2"/>
      </a:lt2>
      <a:accent1>
        <a:srgbClr val="008AC0"/>
      </a:accent1>
      <a:accent2>
        <a:srgbClr val="73B843"/>
      </a:accent2>
      <a:accent3>
        <a:srgbClr val="7E858B"/>
      </a:accent3>
      <a:accent4>
        <a:srgbClr val="5D1E7C"/>
      </a:accent4>
      <a:accent5>
        <a:srgbClr val="DF4E00"/>
      </a:accent5>
      <a:accent6>
        <a:srgbClr val="F89D00"/>
      </a:accent6>
      <a:hlink>
        <a:srgbClr val="008AC0"/>
      </a:hlink>
      <a:folHlink>
        <a:srgbClr val="0C2738"/>
      </a:folHlink>
    </a:clrScheme>
    <a:fontScheme name="NextEra Theme Colors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1681294-4857-4624-8d04-edaddb44ee26}" enabled="0" method="" siteId="{a1681294-4857-4624-8d04-edaddb44ee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7312</TotalTime>
  <Words>691</Words>
  <Application>Microsoft Office PowerPoint</Application>
  <PresentationFormat>Widescreen</PresentationFormat>
  <Paragraphs>83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Nova</vt:lpstr>
      <vt:lpstr>Century Gothic</vt:lpstr>
      <vt:lpstr>NEE Theme</vt:lpstr>
      <vt:lpstr>Intro to AI with Semantic Search Project</vt:lpstr>
      <vt:lpstr>Goals of this workshop</vt:lpstr>
      <vt:lpstr>AI/ML Basics: What is artificial intelligence and machine learning? </vt:lpstr>
      <vt:lpstr>What is Deep Learning? Neural Networks?</vt:lpstr>
      <vt:lpstr>What are transformers? </vt:lpstr>
      <vt:lpstr>BERT</vt:lpstr>
      <vt:lpstr>BERT + Semantic Search </vt:lpstr>
      <vt:lpstr>https://github.com/kylehoahoang/anime-semantic-search</vt:lpstr>
    </vt:vector>
  </TitlesOfParts>
  <Company>NexteraEnergy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Kyle</dc:creator>
  <cp:lastModifiedBy>Hoang, Kyle</cp:lastModifiedBy>
  <cp:revision>1</cp:revision>
  <dcterms:created xsi:type="dcterms:W3CDTF">2026-02-16T18:57:13Z</dcterms:created>
  <dcterms:modified xsi:type="dcterms:W3CDTF">2026-03-09T17:50:58Z</dcterms:modified>
</cp:coreProperties>
</file>